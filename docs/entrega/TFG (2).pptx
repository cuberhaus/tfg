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31"/>
  </p:notesMasterIdLst>
  <p:handoutMasterIdLst>
    <p:handoutMasterId r:id="rId32"/>
  </p:handoutMasterIdLst>
  <p:sldIdLst>
    <p:sldId id="256" r:id="rId2"/>
    <p:sldId id="262" r:id="rId3"/>
    <p:sldId id="268" r:id="rId4"/>
    <p:sldId id="275" r:id="rId5"/>
    <p:sldId id="274" r:id="rId6"/>
    <p:sldId id="266" r:id="rId7"/>
    <p:sldId id="294" r:id="rId8"/>
    <p:sldId id="293" r:id="rId9"/>
    <p:sldId id="272" r:id="rId10"/>
    <p:sldId id="269" r:id="rId11"/>
    <p:sldId id="270" r:id="rId12"/>
    <p:sldId id="277" r:id="rId13"/>
    <p:sldId id="278" r:id="rId14"/>
    <p:sldId id="279" r:id="rId15"/>
    <p:sldId id="280" r:id="rId16"/>
    <p:sldId id="282" r:id="rId17"/>
    <p:sldId id="283" r:id="rId18"/>
    <p:sldId id="284" r:id="rId19"/>
    <p:sldId id="286" r:id="rId20"/>
    <p:sldId id="288" r:id="rId21"/>
    <p:sldId id="289" r:id="rId22"/>
    <p:sldId id="290" r:id="rId23"/>
    <p:sldId id="264" r:id="rId24"/>
    <p:sldId id="281" r:id="rId25"/>
    <p:sldId id="291" r:id="rId26"/>
    <p:sldId id="273" r:id="rId27"/>
    <p:sldId id="263" r:id="rId28"/>
    <p:sldId id="292" r:id="rId29"/>
    <p:sldId id="260" r:id="rId30"/>
  </p:sldIdLst>
  <p:sldSz cx="12192000" cy="6858000"/>
  <p:notesSz cx="7104063" cy="10234613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2C0AF9-2A2C-42E3-9AE0-B52417BE4C1E}" v="351" dt="2024-01-24T16:30:35.2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87" autoAdjust="0"/>
    <p:restoredTop sz="94648" autoAdjust="0"/>
  </p:normalViewPr>
  <p:slideViewPr>
    <p:cSldViewPr snapToGrid="0">
      <p:cViewPr varScale="1">
        <p:scale>
          <a:sx n="74" d="100"/>
          <a:sy n="74" d="100"/>
        </p:scale>
        <p:origin x="60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817"/>
    </p:cViewPr>
  </p:sorterViewPr>
  <p:notesViewPr>
    <p:cSldViewPr snapToGrid="0">
      <p:cViewPr varScale="1">
        <p:scale>
          <a:sx n="81" d="100"/>
          <a:sy n="81" d="100"/>
        </p:scale>
        <p:origin x="397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l Casacuberta Gil" userId="f1a16aafc87673a2" providerId="LiveId" clId="{E3ABC275-B67A-4D3C-88EF-56DF7E17E658}"/>
    <pc:docChg chg="undo redo custSel addSld delSld modSld sldOrd">
      <pc:chgData name="Pol Casacuberta Gil" userId="f1a16aafc87673a2" providerId="LiveId" clId="{E3ABC275-B67A-4D3C-88EF-56DF7E17E658}" dt="2024-01-05T16:11:27.314" v="450" actId="14100"/>
      <pc:docMkLst>
        <pc:docMk/>
      </pc:docMkLst>
      <pc:sldChg chg="addSp delSp modSp mod">
        <pc:chgData name="Pol Casacuberta Gil" userId="f1a16aafc87673a2" providerId="LiveId" clId="{E3ABC275-B67A-4D3C-88EF-56DF7E17E658}" dt="2024-01-05T16:11:27.314" v="450" actId="14100"/>
        <pc:sldMkLst>
          <pc:docMk/>
          <pc:sldMk cId="1487700712" sldId="256"/>
        </pc:sldMkLst>
        <pc:spChg chg="mod">
          <ac:chgData name="Pol Casacuberta Gil" userId="f1a16aafc87673a2" providerId="LiveId" clId="{E3ABC275-B67A-4D3C-88EF-56DF7E17E658}" dt="2024-01-05T15:54:18.026" v="18" actId="1076"/>
          <ac:spMkLst>
            <pc:docMk/>
            <pc:sldMk cId="1487700712" sldId="256"/>
            <ac:spMk id="2" creationId="{C02C5318-1A1E-49D0-B2E2-A4B0FA9E8A40}"/>
          </ac:spMkLst>
        </pc:spChg>
        <pc:spChg chg="mod">
          <ac:chgData name="Pol Casacuberta Gil" userId="f1a16aafc87673a2" providerId="LiveId" clId="{E3ABC275-B67A-4D3C-88EF-56DF7E17E658}" dt="2024-01-05T15:54:26.719" v="47" actId="20577"/>
          <ac:spMkLst>
            <pc:docMk/>
            <pc:sldMk cId="1487700712" sldId="256"/>
            <ac:spMk id="3" creationId="{48B6CF59-4E5B-494D-A2F7-97ADD01E6497}"/>
          </ac:spMkLst>
        </pc:spChg>
        <pc:picChg chg="add del mod">
          <ac:chgData name="Pol Casacuberta Gil" userId="f1a16aafc87673a2" providerId="LiveId" clId="{E3ABC275-B67A-4D3C-88EF-56DF7E17E658}" dt="2024-01-05T15:54:12.287" v="17" actId="1076"/>
          <ac:picMkLst>
            <pc:docMk/>
            <pc:sldMk cId="1487700712" sldId="256"/>
            <ac:picMk id="7" creationId="{3840F91C-EDD0-4D4E-A4AB-E6C77856C88C}"/>
          </ac:picMkLst>
        </pc:picChg>
        <pc:picChg chg="add mod">
          <ac:chgData name="Pol Casacuberta Gil" userId="f1a16aafc87673a2" providerId="LiveId" clId="{E3ABC275-B67A-4D3C-88EF-56DF7E17E658}" dt="2024-01-05T16:11:27.314" v="450" actId="14100"/>
          <ac:picMkLst>
            <pc:docMk/>
            <pc:sldMk cId="1487700712" sldId="256"/>
            <ac:picMk id="1026" creationId="{F10A0825-689F-5CEE-FA0B-402427E7A4CF}"/>
          </ac:picMkLst>
        </pc:picChg>
      </pc:sldChg>
      <pc:sldChg chg="del">
        <pc:chgData name="Pol Casacuberta Gil" userId="f1a16aafc87673a2" providerId="LiveId" clId="{E3ABC275-B67A-4D3C-88EF-56DF7E17E658}" dt="2024-01-05T16:07:32.505" v="249" actId="2696"/>
        <pc:sldMkLst>
          <pc:docMk/>
          <pc:sldMk cId="497607547" sldId="258"/>
        </pc:sldMkLst>
      </pc:sldChg>
      <pc:sldChg chg="modSp mod">
        <pc:chgData name="Pol Casacuberta Gil" userId="f1a16aafc87673a2" providerId="LiveId" clId="{E3ABC275-B67A-4D3C-88EF-56DF7E17E658}" dt="2024-01-05T16:08:25.732" v="431" actId="20577"/>
        <pc:sldMkLst>
          <pc:docMk/>
          <pc:sldMk cId="3501347425" sldId="260"/>
        </pc:sldMkLst>
        <pc:spChg chg="mod">
          <ac:chgData name="Pol Casacuberta Gil" userId="f1a16aafc87673a2" providerId="LiveId" clId="{E3ABC275-B67A-4D3C-88EF-56DF7E17E658}" dt="2024-01-05T16:08:25.732" v="431" actId="20577"/>
          <ac:spMkLst>
            <pc:docMk/>
            <pc:sldMk cId="3501347425" sldId="260"/>
            <ac:spMk id="3" creationId="{A9CB511D-EA45-4336-847C-1252667143B5}"/>
          </ac:spMkLst>
        </pc:spChg>
      </pc:sldChg>
      <pc:sldChg chg="addSp delSp modSp new mod">
        <pc:chgData name="Pol Casacuberta Gil" userId="f1a16aafc87673a2" providerId="LiveId" clId="{E3ABC275-B67A-4D3C-88EF-56DF7E17E658}" dt="2024-01-05T16:07:12.959" v="237" actId="20577"/>
        <pc:sldMkLst>
          <pc:docMk/>
          <pc:sldMk cId="600504448" sldId="262"/>
        </pc:sldMkLst>
        <pc:spChg chg="mod">
          <ac:chgData name="Pol Casacuberta Gil" userId="f1a16aafc87673a2" providerId="LiveId" clId="{E3ABC275-B67A-4D3C-88EF-56DF7E17E658}" dt="2024-01-05T15:55:09.582" v="56" actId="20577"/>
          <ac:spMkLst>
            <pc:docMk/>
            <pc:sldMk cId="600504448" sldId="262"/>
            <ac:spMk id="2" creationId="{9DB4E4F4-A517-5F13-7E70-044B48C882D9}"/>
          </ac:spMkLst>
        </pc:spChg>
        <pc:spChg chg="mod">
          <ac:chgData name="Pol Casacuberta Gil" userId="f1a16aafc87673a2" providerId="LiveId" clId="{E3ABC275-B67A-4D3C-88EF-56DF7E17E658}" dt="2024-01-05T16:07:12.959" v="237" actId="20577"/>
          <ac:spMkLst>
            <pc:docMk/>
            <pc:sldMk cId="600504448" sldId="262"/>
            <ac:spMk id="3" creationId="{4798F596-7FCA-4BCE-AD5C-F06EB93C0B89}"/>
          </ac:spMkLst>
        </pc:spChg>
        <pc:inkChg chg="add del">
          <ac:chgData name="Pol Casacuberta Gil" userId="f1a16aafc87673a2" providerId="LiveId" clId="{E3ABC275-B67A-4D3C-88EF-56DF7E17E658}" dt="2024-01-05T15:59:53.253" v="195"/>
          <ac:inkMkLst>
            <pc:docMk/>
            <pc:sldMk cId="600504448" sldId="262"/>
            <ac:inkMk id="8" creationId="{853915B6-D229-0BF3-16DC-D6CF5DCEE79C}"/>
          </ac:inkMkLst>
        </pc:inkChg>
      </pc:sldChg>
      <pc:sldChg chg="modSp new mod ord">
        <pc:chgData name="Pol Casacuberta Gil" userId="f1a16aafc87673a2" providerId="LiveId" clId="{E3ABC275-B67A-4D3C-88EF-56DF7E17E658}" dt="2024-01-05T16:06:56.350" v="224" actId="20577"/>
        <pc:sldMkLst>
          <pc:docMk/>
          <pc:sldMk cId="293742612" sldId="263"/>
        </pc:sldMkLst>
        <pc:spChg chg="mod">
          <ac:chgData name="Pol Casacuberta Gil" userId="f1a16aafc87673a2" providerId="LiveId" clId="{E3ABC275-B67A-4D3C-88EF-56DF7E17E658}" dt="2024-01-05T16:06:56.350" v="224" actId="20577"/>
          <ac:spMkLst>
            <pc:docMk/>
            <pc:sldMk cId="293742612" sldId="263"/>
            <ac:spMk id="2" creationId="{C65421AD-6DB7-3E42-DCDE-F770B23F8443}"/>
          </ac:spMkLst>
        </pc:spChg>
      </pc:sldChg>
      <pc:sldChg chg="modSp new mod">
        <pc:chgData name="Pol Casacuberta Gil" userId="f1a16aafc87673a2" providerId="LiveId" clId="{E3ABC275-B67A-4D3C-88EF-56DF7E17E658}" dt="2024-01-05T16:07:21.641" v="248" actId="20577"/>
        <pc:sldMkLst>
          <pc:docMk/>
          <pc:sldMk cId="27613989" sldId="264"/>
        </pc:sldMkLst>
        <pc:spChg chg="mod">
          <ac:chgData name="Pol Casacuberta Gil" userId="f1a16aafc87673a2" providerId="LiveId" clId="{E3ABC275-B67A-4D3C-88EF-56DF7E17E658}" dt="2024-01-05T16:07:21.641" v="248" actId="20577"/>
          <ac:spMkLst>
            <pc:docMk/>
            <pc:sldMk cId="27613989" sldId="264"/>
            <ac:spMk id="2" creationId="{A7C32500-9A00-6B39-8365-04ACF3B0BC05}"/>
          </ac:spMkLst>
        </pc:spChg>
      </pc:sldChg>
    </pc:docChg>
  </pc:docChgLst>
  <pc:docChgLst>
    <pc:chgData name="Pol Casacuberta Gil" userId="f1a16aafc87673a2" providerId="LiveId" clId="{4E2C0AF9-2A2C-42E3-9AE0-B52417BE4C1E}"/>
    <pc:docChg chg="undo redo custSel addSld delSld modSld sldOrd modNotesMaster modHandout">
      <pc:chgData name="Pol Casacuberta Gil" userId="f1a16aafc87673a2" providerId="LiveId" clId="{4E2C0AF9-2A2C-42E3-9AE0-B52417BE4C1E}" dt="2024-01-24T16:30:35.246" v="2802"/>
      <pc:docMkLst>
        <pc:docMk/>
      </pc:docMkLst>
      <pc:sldChg chg="del">
        <pc:chgData name="Pol Casacuberta Gil" userId="f1a16aafc87673a2" providerId="LiveId" clId="{4E2C0AF9-2A2C-42E3-9AE0-B52417BE4C1E}" dt="2024-01-20T09:16:31.549" v="263" actId="47"/>
        <pc:sldMkLst>
          <pc:docMk/>
          <pc:sldMk cId="4209322005" sldId="259"/>
        </pc:sldMkLst>
      </pc:sldChg>
      <pc:sldChg chg="modSp mod">
        <pc:chgData name="Pol Casacuberta Gil" userId="f1a16aafc87673a2" providerId="LiveId" clId="{4E2C0AF9-2A2C-42E3-9AE0-B52417BE4C1E}" dt="2024-01-13T10:10:41.153" v="0" actId="255"/>
        <pc:sldMkLst>
          <pc:docMk/>
          <pc:sldMk cId="3501347425" sldId="260"/>
        </pc:sldMkLst>
        <pc:spChg chg="mod">
          <ac:chgData name="Pol Casacuberta Gil" userId="f1a16aafc87673a2" providerId="LiveId" clId="{4E2C0AF9-2A2C-42E3-9AE0-B52417BE4C1E}" dt="2024-01-13T10:10:41.153" v="0" actId="255"/>
          <ac:spMkLst>
            <pc:docMk/>
            <pc:sldMk cId="3501347425" sldId="260"/>
            <ac:spMk id="3" creationId="{A9CB511D-EA45-4336-847C-1252667143B5}"/>
          </ac:spMkLst>
        </pc:spChg>
      </pc:sldChg>
      <pc:sldChg chg="delSp modSp del mod">
        <pc:chgData name="Pol Casacuberta Gil" userId="f1a16aafc87673a2" providerId="LiveId" clId="{4E2C0AF9-2A2C-42E3-9AE0-B52417BE4C1E}" dt="2024-01-20T10:53:21.996" v="610" actId="47"/>
        <pc:sldMkLst>
          <pc:docMk/>
          <pc:sldMk cId="1703342593" sldId="261"/>
        </pc:sldMkLst>
        <pc:spChg chg="mod">
          <ac:chgData name="Pol Casacuberta Gil" userId="f1a16aafc87673a2" providerId="LiveId" clId="{4E2C0AF9-2A2C-42E3-9AE0-B52417BE4C1E}" dt="2024-01-13T10:12:42.013" v="1" actId="20577"/>
          <ac:spMkLst>
            <pc:docMk/>
            <pc:sldMk cId="1703342593" sldId="261"/>
            <ac:spMk id="2" creationId="{5B040558-A365-4CCE-92FA-5A48CD98F9C9}"/>
          </ac:spMkLst>
        </pc:spChg>
        <pc:picChg chg="del">
          <ac:chgData name="Pol Casacuberta Gil" userId="f1a16aafc87673a2" providerId="LiveId" clId="{4E2C0AF9-2A2C-42E3-9AE0-B52417BE4C1E}" dt="2024-01-13T10:44:53.976" v="99" actId="21"/>
          <ac:picMkLst>
            <pc:docMk/>
            <pc:sldMk cId="1703342593" sldId="261"/>
            <ac:picMk id="3" creationId="{50BC6205-AFA8-D2DC-9F5E-F4C8CE2CC883}"/>
          </ac:picMkLst>
        </pc:picChg>
      </pc:sldChg>
      <pc:sldChg chg="addSp delSp modSp mod modClrScheme chgLayout">
        <pc:chgData name="Pol Casacuberta Gil" userId="f1a16aafc87673a2" providerId="LiveId" clId="{4E2C0AF9-2A2C-42E3-9AE0-B52417BE4C1E}" dt="2024-01-23T17:06:14.299" v="2755"/>
        <pc:sldMkLst>
          <pc:docMk/>
          <pc:sldMk cId="600504448" sldId="262"/>
        </pc:sldMkLst>
        <pc:spChg chg="mod">
          <ac:chgData name="Pol Casacuberta Gil" userId="f1a16aafc87673a2" providerId="LiveId" clId="{4E2C0AF9-2A2C-42E3-9AE0-B52417BE4C1E}" dt="2024-01-20T09:16:00.453" v="258" actId="255"/>
          <ac:spMkLst>
            <pc:docMk/>
            <pc:sldMk cId="600504448" sldId="262"/>
            <ac:spMk id="2" creationId="{9DB4E4F4-A517-5F13-7E70-044B48C882D9}"/>
          </ac:spMkLst>
        </pc:spChg>
        <pc:spChg chg="add del mod">
          <ac:chgData name="Pol Casacuberta Gil" userId="f1a16aafc87673a2" providerId="LiveId" clId="{4E2C0AF9-2A2C-42E3-9AE0-B52417BE4C1E}" dt="2024-01-23T17:06:14.299" v="2755"/>
          <ac:spMkLst>
            <pc:docMk/>
            <pc:sldMk cId="600504448" sldId="262"/>
            <ac:spMk id="3" creationId="{4798F596-7FCA-4BCE-AD5C-F06EB93C0B89}"/>
          </ac:spMkLst>
        </pc:spChg>
        <pc:spChg chg="add del mod">
          <ac:chgData name="Pol Casacuberta Gil" userId="f1a16aafc87673a2" providerId="LiveId" clId="{4E2C0AF9-2A2C-42E3-9AE0-B52417BE4C1E}" dt="2024-01-14T15:11:20.845" v="250" actId="26606"/>
          <ac:spMkLst>
            <pc:docMk/>
            <pc:sldMk cId="600504448" sldId="262"/>
            <ac:spMk id="10" creationId="{A412D2FB-7990-B53D-6B4B-0664998CF82E}"/>
          </ac:spMkLst>
        </pc:spChg>
        <pc:spChg chg="add del mod">
          <ac:chgData name="Pol Casacuberta Gil" userId="f1a16aafc87673a2" providerId="LiveId" clId="{4E2C0AF9-2A2C-42E3-9AE0-B52417BE4C1E}" dt="2024-01-14T15:11:21.535" v="252" actId="26606"/>
          <ac:spMkLst>
            <pc:docMk/>
            <pc:sldMk cId="600504448" sldId="262"/>
            <ac:spMk id="14" creationId="{B04DBCAA-F0BD-E8AD-E15B-1DDCD30845A8}"/>
          </ac:spMkLst>
        </pc:spChg>
        <pc:spChg chg="add del mod">
          <ac:chgData name="Pol Casacuberta Gil" userId="f1a16aafc87673a2" providerId="LiveId" clId="{4E2C0AF9-2A2C-42E3-9AE0-B52417BE4C1E}" dt="2024-01-14T15:11:22.084" v="254" actId="26606"/>
          <ac:spMkLst>
            <pc:docMk/>
            <pc:sldMk cId="600504448" sldId="262"/>
            <ac:spMk id="18" creationId="{A412D2FB-7990-B53D-6B4B-0664998CF82E}"/>
          </ac:spMkLst>
        </pc:spChg>
        <pc:spChg chg="add del mod">
          <ac:chgData name="Pol Casacuberta Gil" userId="f1a16aafc87673a2" providerId="LiveId" clId="{4E2C0AF9-2A2C-42E3-9AE0-B52417BE4C1E}" dt="2024-01-14T15:11:33.194" v="256" actId="26606"/>
          <ac:spMkLst>
            <pc:docMk/>
            <pc:sldMk cId="600504448" sldId="262"/>
            <ac:spMk id="22" creationId="{B04DBCAA-F0BD-E8AD-E15B-1DDCD30845A8}"/>
          </ac:spMkLst>
        </pc:spChg>
        <pc:graphicFrameChg chg="add del">
          <ac:chgData name="Pol Casacuberta Gil" userId="f1a16aafc87673a2" providerId="LiveId" clId="{4E2C0AF9-2A2C-42E3-9AE0-B52417BE4C1E}" dt="2024-01-14T15:10:32.706" v="232" actId="26606"/>
          <ac:graphicFrameMkLst>
            <pc:docMk/>
            <pc:sldMk cId="600504448" sldId="262"/>
            <ac:graphicFrameMk id="5" creationId="{72D9D4A3-2467-CE86-A1B6-6B63DC963B96}"/>
          </ac:graphicFrameMkLst>
        </pc:graphicFrameChg>
        <pc:graphicFrameChg chg="add del">
          <ac:chgData name="Pol Casacuberta Gil" userId="f1a16aafc87673a2" providerId="LiveId" clId="{4E2C0AF9-2A2C-42E3-9AE0-B52417BE4C1E}" dt="2024-01-14T15:10:35.751" v="234" actId="26606"/>
          <ac:graphicFrameMkLst>
            <pc:docMk/>
            <pc:sldMk cId="600504448" sldId="262"/>
            <ac:graphicFrameMk id="6" creationId="{18082310-7F0A-1B11-4F4A-FCE5CEFF2B37}"/>
          </ac:graphicFrameMkLst>
        </pc:graphicFrameChg>
        <pc:graphicFrameChg chg="add del">
          <ac:chgData name="Pol Casacuberta Gil" userId="f1a16aafc87673a2" providerId="LiveId" clId="{4E2C0AF9-2A2C-42E3-9AE0-B52417BE4C1E}" dt="2024-01-14T15:11:08.136" v="248" actId="26606"/>
          <ac:graphicFrameMkLst>
            <pc:docMk/>
            <pc:sldMk cId="600504448" sldId="262"/>
            <ac:graphicFrameMk id="7" creationId="{72D9D4A3-2467-CE86-A1B6-6B63DC963B96}"/>
          </ac:graphicFrameMkLst>
        </pc:graphicFrameChg>
        <pc:graphicFrameChg chg="add del">
          <ac:chgData name="Pol Casacuberta Gil" userId="f1a16aafc87673a2" providerId="LiveId" clId="{4E2C0AF9-2A2C-42E3-9AE0-B52417BE4C1E}" dt="2024-01-14T15:10:36.691" v="236" actId="26606"/>
          <ac:graphicFrameMkLst>
            <pc:docMk/>
            <pc:sldMk cId="600504448" sldId="262"/>
            <ac:graphicFrameMk id="9" creationId="{72D9D4A3-2467-CE86-A1B6-6B63DC963B96}"/>
          </ac:graphicFrameMkLst>
        </pc:graphicFrameChg>
        <pc:graphicFrameChg chg="add del">
          <ac:chgData name="Pol Casacuberta Gil" userId="f1a16aafc87673a2" providerId="LiveId" clId="{4E2C0AF9-2A2C-42E3-9AE0-B52417BE4C1E}" dt="2024-01-14T15:10:37.564" v="238" actId="26606"/>
          <ac:graphicFrameMkLst>
            <pc:docMk/>
            <pc:sldMk cId="600504448" sldId="262"/>
            <ac:graphicFrameMk id="11" creationId="{18082310-7F0A-1B11-4F4A-FCE5CEFF2B37}"/>
          </ac:graphicFrameMkLst>
        </pc:graphicFrameChg>
        <pc:graphicFrameChg chg="add del mod">
          <ac:chgData name="Pol Casacuberta Gil" userId="f1a16aafc87673a2" providerId="LiveId" clId="{4E2C0AF9-2A2C-42E3-9AE0-B52417BE4C1E}" dt="2024-01-14T15:11:20.845" v="250" actId="26606"/>
          <ac:graphicFrameMkLst>
            <pc:docMk/>
            <pc:sldMk cId="600504448" sldId="262"/>
            <ac:graphicFrameMk id="12" creationId="{192E9D1C-2052-AC72-FEE5-A4BAD366466E}"/>
          </ac:graphicFrameMkLst>
        </pc:graphicFrameChg>
        <pc:graphicFrameChg chg="add del">
          <ac:chgData name="Pol Casacuberta Gil" userId="f1a16aafc87673a2" providerId="LiveId" clId="{4E2C0AF9-2A2C-42E3-9AE0-B52417BE4C1E}" dt="2024-01-14T15:10:38.177" v="240" actId="26606"/>
          <ac:graphicFrameMkLst>
            <pc:docMk/>
            <pc:sldMk cId="600504448" sldId="262"/>
            <ac:graphicFrameMk id="13" creationId="{72D9D4A3-2467-CE86-A1B6-6B63DC963B96}"/>
          </ac:graphicFrameMkLst>
        </pc:graphicFrameChg>
        <pc:graphicFrameChg chg="add del">
          <ac:chgData name="Pol Casacuberta Gil" userId="f1a16aafc87673a2" providerId="LiveId" clId="{4E2C0AF9-2A2C-42E3-9AE0-B52417BE4C1E}" dt="2024-01-14T15:10:47.567" v="242" actId="26606"/>
          <ac:graphicFrameMkLst>
            <pc:docMk/>
            <pc:sldMk cId="600504448" sldId="262"/>
            <ac:graphicFrameMk id="15" creationId="{18082310-7F0A-1B11-4F4A-FCE5CEFF2B37}"/>
          </ac:graphicFrameMkLst>
        </pc:graphicFrameChg>
        <pc:graphicFrameChg chg="add del mod">
          <ac:chgData name="Pol Casacuberta Gil" userId="f1a16aafc87673a2" providerId="LiveId" clId="{4E2C0AF9-2A2C-42E3-9AE0-B52417BE4C1E}" dt="2024-01-14T15:11:21.535" v="252" actId="26606"/>
          <ac:graphicFrameMkLst>
            <pc:docMk/>
            <pc:sldMk cId="600504448" sldId="262"/>
            <ac:graphicFrameMk id="16" creationId="{44F01C23-3129-F916-8E02-6034CE97C7A4}"/>
          </ac:graphicFrameMkLst>
        </pc:graphicFrameChg>
        <pc:graphicFrameChg chg="add del">
          <ac:chgData name="Pol Casacuberta Gil" userId="f1a16aafc87673a2" providerId="LiveId" clId="{4E2C0AF9-2A2C-42E3-9AE0-B52417BE4C1E}" dt="2024-01-14T15:10:48.851" v="244" actId="26606"/>
          <ac:graphicFrameMkLst>
            <pc:docMk/>
            <pc:sldMk cId="600504448" sldId="262"/>
            <ac:graphicFrameMk id="17" creationId="{72D9D4A3-2467-CE86-A1B6-6B63DC963B96}"/>
          </ac:graphicFrameMkLst>
        </pc:graphicFrameChg>
        <pc:graphicFrameChg chg="add del">
          <ac:chgData name="Pol Casacuberta Gil" userId="f1a16aafc87673a2" providerId="LiveId" clId="{4E2C0AF9-2A2C-42E3-9AE0-B52417BE4C1E}" dt="2024-01-14T15:11:02.927" v="246" actId="26606"/>
          <ac:graphicFrameMkLst>
            <pc:docMk/>
            <pc:sldMk cId="600504448" sldId="262"/>
            <ac:graphicFrameMk id="19" creationId="{18082310-7F0A-1B11-4F4A-FCE5CEFF2B37}"/>
          </ac:graphicFrameMkLst>
        </pc:graphicFrameChg>
        <pc:graphicFrameChg chg="add del mod">
          <ac:chgData name="Pol Casacuberta Gil" userId="f1a16aafc87673a2" providerId="LiveId" clId="{4E2C0AF9-2A2C-42E3-9AE0-B52417BE4C1E}" dt="2024-01-14T15:11:22.084" v="254" actId="26606"/>
          <ac:graphicFrameMkLst>
            <pc:docMk/>
            <pc:sldMk cId="600504448" sldId="262"/>
            <ac:graphicFrameMk id="20" creationId="{192E9D1C-2052-AC72-FEE5-A4BAD366466E}"/>
          </ac:graphicFrameMkLst>
        </pc:graphicFrameChg>
        <pc:graphicFrameChg chg="add del mod">
          <ac:chgData name="Pol Casacuberta Gil" userId="f1a16aafc87673a2" providerId="LiveId" clId="{4E2C0AF9-2A2C-42E3-9AE0-B52417BE4C1E}" dt="2024-01-14T15:11:33.194" v="256" actId="26606"/>
          <ac:graphicFrameMkLst>
            <pc:docMk/>
            <pc:sldMk cId="600504448" sldId="262"/>
            <ac:graphicFrameMk id="23" creationId="{44F01C23-3129-F916-8E02-6034CE97C7A4}"/>
          </ac:graphicFrameMkLst>
        </pc:graphicFrameChg>
      </pc:sldChg>
      <pc:sldChg chg="modSp mod modAnim">
        <pc:chgData name="Pol Casacuberta Gil" userId="f1a16aafc87673a2" providerId="LiveId" clId="{4E2C0AF9-2A2C-42E3-9AE0-B52417BE4C1E}" dt="2024-01-24T16:17:13.715" v="2770" actId="20577"/>
        <pc:sldMkLst>
          <pc:docMk/>
          <pc:sldMk cId="293742612" sldId="263"/>
        </pc:sldMkLst>
        <pc:spChg chg="mod">
          <ac:chgData name="Pol Casacuberta Gil" userId="f1a16aafc87673a2" providerId="LiveId" clId="{4E2C0AF9-2A2C-42E3-9AE0-B52417BE4C1E}" dt="2024-01-20T10:59:32.091" v="797" actId="255"/>
          <ac:spMkLst>
            <pc:docMk/>
            <pc:sldMk cId="293742612" sldId="263"/>
            <ac:spMk id="2" creationId="{C65421AD-6DB7-3E42-DCDE-F770B23F8443}"/>
          </ac:spMkLst>
        </pc:spChg>
        <pc:spChg chg="mod">
          <ac:chgData name="Pol Casacuberta Gil" userId="f1a16aafc87673a2" providerId="LiveId" clId="{4E2C0AF9-2A2C-42E3-9AE0-B52417BE4C1E}" dt="2024-01-24T16:17:13.715" v="2770" actId="20577"/>
          <ac:spMkLst>
            <pc:docMk/>
            <pc:sldMk cId="293742612" sldId="263"/>
            <ac:spMk id="3" creationId="{521AB67F-7DAE-648F-00B6-38083D9C6597}"/>
          </ac:spMkLst>
        </pc:spChg>
      </pc:sldChg>
      <pc:sldChg chg="addSp delSp modSp mod">
        <pc:chgData name="Pol Casacuberta Gil" userId="f1a16aafc87673a2" providerId="LiveId" clId="{4E2C0AF9-2A2C-42E3-9AE0-B52417BE4C1E}" dt="2024-01-21T21:59:45.869" v="1713" actId="255"/>
        <pc:sldMkLst>
          <pc:docMk/>
          <pc:sldMk cId="27613989" sldId="264"/>
        </pc:sldMkLst>
        <pc:spChg chg="mod">
          <ac:chgData name="Pol Casacuberta Gil" userId="f1a16aafc87673a2" providerId="LiveId" clId="{4E2C0AF9-2A2C-42E3-9AE0-B52417BE4C1E}" dt="2024-01-20T10:54:24.903" v="615" actId="255"/>
          <ac:spMkLst>
            <pc:docMk/>
            <pc:sldMk cId="27613989" sldId="264"/>
            <ac:spMk id="2" creationId="{A7C32500-9A00-6B39-8365-04ACF3B0BC05}"/>
          </ac:spMkLst>
        </pc:spChg>
        <pc:spChg chg="mod">
          <ac:chgData name="Pol Casacuberta Gil" userId="f1a16aafc87673a2" providerId="LiveId" clId="{4E2C0AF9-2A2C-42E3-9AE0-B52417BE4C1E}" dt="2024-01-21T21:59:45.869" v="1713" actId="255"/>
          <ac:spMkLst>
            <pc:docMk/>
            <pc:sldMk cId="27613989" sldId="264"/>
            <ac:spMk id="3" creationId="{4E5B3D81-0D95-513C-0F8F-6C351410215B}"/>
          </ac:spMkLst>
        </pc:spChg>
        <pc:picChg chg="add mod">
          <ac:chgData name="Pol Casacuberta Gil" userId="f1a16aafc87673a2" providerId="LiveId" clId="{4E2C0AF9-2A2C-42E3-9AE0-B52417BE4C1E}" dt="2024-01-20T10:58:26.505" v="796" actId="1076"/>
          <ac:picMkLst>
            <pc:docMk/>
            <pc:sldMk cId="27613989" sldId="264"/>
            <ac:picMk id="5" creationId="{655DCD80-DFBA-D79C-CF93-6C74E37DE127}"/>
          </ac:picMkLst>
        </pc:picChg>
        <pc:picChg chg="add del">
          <ac:chgData name="Pol Casacuberta Gil" userId="f1a16aafc87673a2" providerId="LiveId" clId="{4E2C0AF9-2A2C-42E3-9AE0-B52417BE4C1E}" dt="2024-01-20T10:54:14.737" v="614" actId="478"/>
          <ac:picMkLst>
            <pc:docMk/>
            <pc:sldMk cId="27613989" sldId="264"/>
            <ac:picMk id="7" creationId="{861A6B60-AD24-F404-1B41-E2BF693386B7}"/>
          </ac:picMkLst>
        </pc:picChg>
      </pc:sldChg>
      <pc:sldChg chg="modSp new del mod">
        <pc:chgData name="Pol Casacuberta Gil" userId="f1a16aafc87673a2" providerId="LiveId" clId="{4E2C0AF9-2A2C-42E3-9AE0-B52417BE4C1E}" dt="2024-01-20T11:06:11.548" v="843" actId="47"/>
        <pc:sldMkLst>
          <pc:docMk/>
          <pc:sldMk cId="1890459273" sldId="265"/>
        </pc:sldMkLst>
        <pc:spChg chg="mod">
          <ac:chgData name="Pol Casacuberta Gil" userId="f1a16aafc87673a2" providerId="LiveId" clId="{4E2C0AF9-2A2C-42E3-9AE0-B52417BE4C1E}" dt="2024-01-20T09:16:14.271" v="259" actId="255"/>
          <ac:spMkLst>
            <pc:docMk/>
            <pc:sldMk cId="1890459273" sldId="265"/>
            <ac:spMk id="2" creationId="{BC4E904B-6EA9-805F-859E-D46412B667E7}"/>
          </ac:spMkLst>
        </pc:spChg>
      </pc:sldChg>
      <pc:sldChg chg="addSp modSp new mod ord">
        <pc:chgData name="Pol Casacuberta Gil" userId="f1a16aafc87673a2" providerId="LiveId" clId="{4E2C0AF9-2A2C-42E3-9AE0-B52417BE4C1E}" dt="2024-01-22T22:51:10.322" v="2717"/>
        <pc:sldMkLst>
          <pc:docMk/>
          <pc:sldMk cId="756291997" sldId="266"/>
        </pc:sldMkLst>
        <pc:spChg chg="mod">
          <ac:chgData name="Pol Casacuberta Gil" userId="f1a16aafc87673a2" providerId="LiveId" clId="{4E2C0AF9-2A2C-42E3-9AE0-B52417BE4C1E}" dt="2024-01-21T20:54:02.701" v="1604" actId="20577"/>
          <ac:spMkLst>
            <pc:docMk/>
            <pc:sldMk cId="756291997" sldId="266"/>
            <ac:spMk id="2" creationId="{3BA923A0-A47E-D7D4-74FE-43DFA4F7DC11}"/>
          </ac:spMkLst>
        </pc:spChg>
        <pc:spChg chg="mod">
          <ac:chgData name="Pol Casacuberta Gil" userId="f1a16aafc87673a2" providerId="LiveId" clId="{4E2C0AF9-2A2C-42E3-9AE0-B52417BE4C1E}" dt="2024-01-22T14:55:19.317" v="1831" actId="20577"/>
          <ac:spMkLst>
            <pc:docMk/>
            <pc:sldMk cId="756291997" sldId="266"/>
            <ac:spMk id="3" creationId="{34B1C07C-E10C-BF17-D0B4-8C706BA1F9E6}"/>
          </ac:spMkLst>
        </pc:spChg>
        <pc:picChg chg="add mod">
          <ac:chgData name="Pol Casacuberta Gil" userId="f1a16aafc87673a2" providerId="LiveId" clId="{4E2C0AF9-2A2C-42E3-9AE0-B52417BE4C1E}" dt="2024-01-22T14:55:24.414" v="1833" actId="1076"/>
          <ac:picMkLst>
            <pc:docMk/>
            <pc:sldMk cId="756291997" sldId="266"/>
            <ac:picMk id="5" creationId="{75E0A35D-70EA-5D39-4238-96E5C8EFF528}"/>
          </ac:picMkLst>
        </pc:picChg>
      </pc:sldChg>
      <pc:sldChg chg="addSp delSp modSp new del mod modClrScheme chgLayout">
        <pc:chgData name="Pol Casacuberta Gil" userId="f1a16aafc87673a2" providerId="LiveId" clId="{4E2C0AF9-2A2C-42E3-9AE0-B52417BE4C1E}" dt="2024-01-20T15:18:26.153" v="1066" actId="2696"/>
        <pc:sldMkLst>
          <pc:docMk/>
          <pc:sldMk cId="1449069531" sldId="267"/>
        </pc:sldMkLst>
        <pc:spChg chg="mod">
          <ac:chgData name="Pol Casacuberta Gil" userId="f1a16aafc87673a2" providerId="LiveId" clId="{4E2C0AF9-2A2C-42E3-9AE0-B52417BE4C1E}" dt="2024-01-20T09:16:18.381" v="260" actId="255"/>
          <ac:spMkLst>
            <pc:docMk/>
            <pc:sldMk cId="1449069531" sldId="267"/>
            <ac:spMk id="2" creationId="{F5ABA729-47A8-6976-90C0-20318E299A4F}"/>
          </ac:spMkLst>
        </pc:spChg>
        <pc:spChg chg="add del">
          <ac:chgData name="Pol Casacuberta Gil" userId="f1a16aafc87673a2" providerId="LiveId" clId="{4E2C0AF9-2A2C-42E3-9AE0-B52417BE4C1E}" dt="2024-01-13T10:45:05.739" v="103" actId="26606"/>
          <ac:spMkLst>
            <pc:docMk/>
            <pc:sldMk cId="1449069531" sldId="267"/>
            <ac:spMk id="3" creationId="{07DBA50C-5538-D17C-4BDC-65DBFF861422}"/>
          </ac:spMkLst>
        </pc:spChg>
        <pc:spChg chg="add del mod">
          <ac:chgData name="Pol Casacuberta Gil" userId="f1a16aafc87673a2" providerId="LiveId" clId="{4E2C0AF9-2A2C-42E3-9AE0-B52417BE4C1E}" dt="2024-01-13T10:45:05.739" v="102" actId="26606"/>
          <ac:spMkLst>
            <pc:docMk/>
            <pc:sldMk cId="1449069531" sldId="267"/>
            <ac:spMk id="9" creationId="{8EC5F7F9-ED74-1363-0381-71A896D4E25D}"/>
          </ac:spMkLst>
        </pc:spChg>
        <pc:spChg chg="add mod">
          <ac:chgData name="Pol Casacuberta Gil" userId="f1a16aafc87673a2" providerId="LiveId" clId="{4E2C0AF9-2A2C-42E3-9AE0-B52417BE4C1E}" dt="2024-01-14T11:44:59.047" v="214" actId="20577"/>
          <ac:spMkLst>
            <pc:docMk/>
            <pc:sldMk cId="1449069531" sldId="267"/>
            <ac:spMk id="11" creationId="{DBAEFC11-7058-5BE6-E384-31CC43EE002B}"/>
          </ac:spMkLst>
        </pc:spChg>
        <pc:picChg chg="add mod">
          <ac:chgData name="Pol Casacuberta Gil" userId="f1a16aafc87673a2" providerId="LiveId" clId="{4E2C0AF9-2A2C-42E3-9AE0-B52417BE4C1E}" dt="2024-01-13T10:45:05.739" v="102" actId="26606"/>
          <ac:picMkLst>
            <pc:docMk/>
            <pc:sldMk cId="1449069531" sldId="267"/>
            <ac:picMk id="4" creationId="{50BC6205-AFA8-D2DC-9F5E-F4C8CE2CC883}"/>
          </ac:picMkLst>
        </pc:picChg>
      </pc:sldChg>
      <pc:sldChg chg="delSp add del mod">
        <pc:chgData name="Pol Casacuberta Gil" userId="f1a16aafc87673a2" providerId="LiveId" clId="{4E2C0AF9-2A2C-42E3-9AE0-B52417BE4C1E}" dt="2024-01-20T15:20:08.300" v="1072" actId="47"/>
        <pc:sldMkLst>
          <pc:docMk/>
          <pc:sldMk cId="2447637184" sldId="267"/>
        </pc:sldMkLst>
        <pc:picChg chg="del">
          <ac:chgData name="Pol Casacuberta Gil" userId="f1a16aafc87673a2" providerId="LiveId" clId="{4E2C0AF9-2A2C-42E3-9AE0-B52417BE4C1E}" dt="2024-01-20T15:18:42.136" v="1068" actId="21"/>
          <ac:picMkLst>
            <pc:docMk/>
            <pc:sldMk cId="2447637184" sldId="267"/>
            <ac:picMk id="4" creationId="{50BC6205-AFA8-D2DC-9F5E-F4C8CE2CC883}"/>
          </ac:picMkLst>
        </pc:picChg>
      </pc:sldChg>
      <pc:sldChg chg="addSp delSp modSp new mod ord">
        <pc:chgData name="Pol Casacuberta Gil" userId="f1a16aafc87673a2" providerId="LiveId" clId="{4E2C0AF9-2A2C-42E3-9AE0-B52417BE4C1E}" dt="2024-01-23T17:06:06.134" v="2753"/>
        <pc:sldMkLst>
          <pc:docMk/>
          <pc:sldMk cId="3784983264" sldId="268"/>
        </pc:sldMkLst>
        <pc:spChg chg="mod">
          <ac:chgData name="Pol Casacuberta Gil" userId="f1a16aafc87673a2" providerId="LiveId" clId="{4E2C0AF9-2A2C-42E3-9AE0-B52417BE4C1E}" dt="2024-01-20T09:16:23.063" v="261" actId="255"/>
          <ac:spMkLst>
            <pc:docMk/>
            <pc:sldMk cId="3784983264" sldId="268"/>
            <ac:spMk id="2" creationId="{B80B9539-48E3-8832-97E3-196C8AC0AE9B}"/>
          </ac:spMkLst>
        </pc:spChg>
        <pc:spChg chg="del">
          <ac:chgData name="Pol Casacuberta Gil" userId="f1a16aafc87673a2" providerId="LiveId" clId="{4E2C0AF9-2A2C-42E3-9AE0-B52417BE4C1E}" dt="2024-01-14T15:04:46.298" v="227"/>
          <ac:spMkLst>
            <pc:docMk/>
            <pc:sldMk cId="3784983264" sldId="268"/>
            <ac:spMk id="3" creationId="{DEC3A786-64B6-209B-A9C2-DD38B082DF72}"/>
          </ac:spMkLst>
        </pc:spChg>
        <pc:spChg chg="del">
          <ac:chgData name="Pol Casacuberta Gil" userId="f1a16aafc87673a2" providerId="LiveId" clId="{4E2C0AF9-2A2C-42E3-9AE0-B52417BE4C1E}" dt="2024-01-14T14:51:28.176" v="224" actId="931"/>
          <ac:spMkLst>
            <pc:docMk/>
            <pc:sldMk cId="3784983264" sldId="268"/>
            <ac:spMk id="4" creationId="{4BB1E268-6A50-27EE-8AD4-8EBE1416DA84}"/>
          </ac:spMkLst>
        </pc:spChg>
        <pc:spChg chg="add mod">
          <ac:chgData name="Pol Casacuberta Gil" userId="f1a16aafc87673a2" providerId="LiveId" clId="{4E2C0AF9-2A2C-42E3-9AE0-B52417BE4C1E}" dt="2024-01-20T11:16:23.861" v="1057" actId="255"/>
          <ac:spMkLst>
            <pc:docMk/>
            <pc:sldMk cId="3784983264" sldId="268"/>
            <ac:spMk id="13" creationId="{1B4B7682-9C59-8FCB-FBDC-A5F159C467AC}"/>
          </ac:spMkLst>
        </pc:spChg>
        <pc:picChg chg="add mod">
          <ac:chgData name="Pol Casacuberta Gil" userId="f1a16aafc87673a2" providerId="LiveId" clId="{4E2C0AF9-2A2C-42E3-9AE0-B52417BE4C1E}" dt="2024-01-20T11:02:30.220" v="803" actId="1076"/>
          <ac:picMkLst>
            <pc:docMk/>
            <pc:sldMk cId="3784983264" sldId="268"/>
            <ac:picMk id="6" creationId="{A23E10B7-AF89-7B6B-6301-1163B4B7E604}"/>
          </ac:picMkLst>
        </pc:picChg>
        <pc:picChg chg="add del mod">
          <ac:chgData name="Pol Casacuberta Gil" userId="f1a16aafc87673a2" providerId="LiveId" clId="{4E2C0AF9-2A2C-42E3-9AE0-B52417BE4C1E}" dt="2024-01-20T11:02:27.666" v="802" actId="478"/>
          <ac:picMkLst>
            <pc:docMk/>
            <pc:sldMk cId="3784983264" sldId="268"/>
            <ac:picMk id="8" creationId="{A2C491CA-3157-62DA-9C06-3DA7FE16A238}"/>
          </ac:picMkLst>
        </pc:picChg>
      </pc:sldChg>
      <pc:sldChg chg="addSp modSp new mod addAnim delAnim modAnim">
        <pc:chgData name="Pol Casacuberta Gil" userId="f1a16aafc87673a2" providerId="LiveId" clId="{4E2C0AF9-2A2C-42E3-9AE0-B52417BE4C1E}" dt="2024-01-22T20:29:14.404" v="2603"/>
        <pc:sldMkLst>
          <pc:docMk/>
          <pc:sldMk cId="1446736320" sldId="269"/>
        </pc:sldMkLst>
        <pc:spChg chg="mod">
          <ac:chgData name="Pol Casacuberta Gil" userId="f1a16aafc87673a2" providerId="LiveId" clId="{4E2C0AF9-2A2C-42E3-9AE0-B52417BE4C1E}" dt="2024-01-20T09:16:50.746" v="293" actId="20577"/>
          <ac:spMkLst>
            <pc:docMk/>
            <pc:sldMk cId="1446736320" sldId="269"/>
            <ac:spMk id="2" creationId="{A80E1B28-0233-1AB2-782C-98BAC259EBCE}"/>
          </ac:spMkLst>
        </pc:spChg>
        <pc:spChg chg="mod">
          <ac:chgData name="Pol Casacuberta Gil" userId="f1a16aafc87673a2" providerId="LiveId" clId="{4E2C0AF9-2A2C-42E3-9AE0-B52417BE4C1E}" dt="2024-01-22T20:28:45.822" v="2600" actId="1076"/>
          <ac:spMkLst>
            <pc:docMk/>
            <pc:sldMk cId="1446736320" sldId="269"/>
            <ac:spMk id="3" creationId="{3C887E1A-1132-33E6-9419-7BB917FD3635}"/>
          </ac:spMkLst>
        </pc:spChg>
        <pc:picChg chg="add mod">
          <ac:chgData name="Pol Casacuberta Gil" userId="f1a16aafc87673a2" providerId="LiveId" clId="{4E2C0AF9-2A2C-42E3-9AE0-B52417BE4C1E}" dt="2024-01-22T20:27:46.310" v="2589" actId="1076"/>
          <ac:picMkLst>
            <pc:docMk/>
            <pc:sldMk cId="1446736320" sldId="269"/>
            <ac:picMk id="1026" creationId="{D94E4892-7920-BDE7-EE04-DC3CE24D4491}"/>
          </ac:picMkLst>
        </pc:picChg>
      </pc:sldChg>
      <pc:sldChg chg="modSp new mod modAnim">
        <pc:chgData name="Pol Casacuberta Gil" userId="f1a16aafc87673a2" providerId="LiveId" clId="{4E2C0AF9-2A2C-42E3-9AE0-B52417BE4C1E}" dt="2024-01-20T10:43:08.968" v="547"/>
        <pc:sldMkLst>
          <pc:docMk/>
          <pc:sldMk cId="856911434" sldId="270"/>
        </pc:sldMkLst>
        <pc:spChg chg="mod">
          <ac:chgData name="Pol Casacuberta Gil" userId="f1a16aafc87673a2" providerId="LiveId" clId="{4E2C0AF9-2A2C-42E3-9AE0-B52417BE4C1E}" dt="2024-01-20T10:37:53.516" v="449" actId="20577"/>
          <ac:spMkLst>
            <pc:docMk/>
            <pc:sldMk cId="856911434" sldId="270"/>
            <ac:spMk id="2" creationId="{DD5436EC-28EC-EA12-5C79-CC6737469F9E}"/>
          </ac:spMkLst>
        </pc:spChg>
        <pc:spChg chg="mod">
          <ac:chgData name="Pol Casacuberta Gil" userId="f1a16aafc87673a2" providerId="LiveId" clId="{4E2C0AF9-2A2C-42E3-9AE0-B52417BE4C1E}" dt="2024-01-20T10:40:55.872" v="532"/>
          <ac:spMkLst>
            <pc:docMk/>
            <pc:sldMk cId="856911434" sldId="270"/>
            <ac:spMk id="3" creationId="{186FA7C7-17EE-C72F-42D2-8BC389B4E568}"/>
          </ac:spMkLst>
        </pc:spChg>
      </pc:sldChg>
      <pc:sldChg chg="addSp delSp modSp new del mod modClrScheme chgLayout">
        <pc:chgData name="Pol Casacuberta Gil" userId="f1a16aafc87673a2" providerId="LiveId" clId="{4E2C0AF9-2A2C-42E3-9AE0-B52417BE4C1E}" dt="2024-01-20T10:50:38.511" v="608" actId="2696"/>
        <pc:sldMkLst>
          <pc:docMk/>
          <pc:sldMk cId="420072014" sldId="271"/>
        </pc:sldMkLst>
        <pc:spChg chg="mod">
          <ac:chgData name="Pol Casacuberta Gil" userId="f1a16aafc87673a2" providerId="LiveId" clId="{4E2C0AF9-2A2C-42E3-9AE0-B52417BE4C1E}" dt="2024-01-20T10:48:16.844" v="603" actId="255"/>
          <ac:spMkLst>
            <pc:docMk/>
            <pc:sldMk cId="420072014" sldId="271"/>
            <ac:spMk id="2" creationId="{EE907D2C-14F2-4CF9-85D4-442CF8601A9A}"/>
          </ac:spMkLst>
        </pc:spChg>
        <pc:spChg chg="mod">
          <ac:chgData name="Pol Casacuberta Gil" userId="f1a16aafc87673a2" providerId="LiveId" clId="{4E2C0AF9-2A2C-42E3-9AE0-B52417BE4C1E}" dt="2024-01-20T10:47:29.883" v="598" actId="20577"/>
          <ac:spMkLst>
            <pc:docMk/>
            <pc:sldMk cId="420072014" sldId="271"/>
            <ac:spMk id="3" creationId="{A0018A3B-C74F-FAA0-DF64-10C34B49CDBE}"/>
          </ac:spMkLst>
        </pc:spChg>
        <pc:picChg chg="add mod">
          <ac:chgData name="Pol Casacuberta Gil" userId="f1a16aafc87673a2" providerId="LiveId" clId="{4E2C0AF9-2A2C-42E3-9AE0-B52417BE4C1E}" dt="2024-01-20T10:47:27.317" v="596" actId="26606"/>
          <ac:picMkLst>
            <pc:docMk/>
            <pc:sldMk cId="420072014" sldId="271"/>
            <ac:picMk id="5" creationId="{75693B78-FF47-B619-367E-195F8AEB8D80}"/>
          </ac:picMkLst>
        </pc:picChg>
        <pc:picChg chg="add del mod">
          <ac:chgData name="Pol Casacuberta Gil" userId="f1a16aafc87673a2" providerId="LiveId" clId="{4E2C0AF9-2A2C-42E3-9AE0-B52417BE4C1E}" dt="2024-01-20T10:48:24.120" v="605" actId="478"/>
          <ac:picMkLst>
            <pc:docMk/>
            <pc:sldMk cId="420072014" sldId="271"/>
            <ac:picMk id="7" creationId="{CEFF456E-8567-030B-4C3F-758B566E2E4D}"/>
          </ac:picMkLst>
        </pc:picChg>
      </pc:sldChg>
      <pc:sldChg chg="delSp modSp add del mod modShow">
        <pc:chgData name="Pol Casacuberta Gil" userId="f1a16aafc87673a2" providerId="LiveId" clId="{4E2C0AF9-2A2C-42E3-9AE0-B52417BE4C1E}" dt="2024-01-24T16:19:47.208" v="2771" actId="47"/>
        <pc:sldMkLst>
          <pc:docMk/>
          <pc:sldMk cId="1970649293" sldId="271"/>
        </pc:sldMkLst>
        <pc:spChg chg="mod">
          <ac:chgData name="Pol Casacuberta Gil" userId="f1a16aafc87673a2" providerId="LiveId" clId="{4E2C0AF9-2A2C-42E3-9AE0-B52417BE4C1E}" dt="2024-01-22T18:42:14.014" v="2466" actId="20577"/>
          <ac:spMkLst>
            <pc:docMk/>
            <pc:sldMk cId="1970649293" sldId="271"/>
            <ac:spMk id="3" creationId="{A0018A3B-C74F-FAA0-DF64-10C34B49CDBE}"/>
          </ac:spMkLst>
        </pc:spChg>
        <pc:picChg chg="del">
          <ac:chgData name="Pol Casacuberta Gil" userId="f1a16aafc87673a2" providerId="LiveId" clId="{4E2C0AF9-2A2C-42E3-9AE0-B52417BE4C1E}" dt="2024-01-22T18:41:45.250" v="2450" actId="478"/>
          <ac:picMkLst>
            <pc:docMk/>
            <pc:sldMk cId="1970649293" sldId="271"/>
            <ac:picMk id="5" creationId="{75693B78-FF47-B619-367E-195F8AEB8D80}"/>
          </ac:picMkLst>
        </pc:picChg>
      </pc:sldChg>
      <pc:sldChg chg="delSp modSp add del mod">
        <pc:chgData name="Pol Casacuberta Gil" userId="f1a16aafc87673a2" providerId="LiveId" clId="{4E2C0AF9-2A2C-42E3-9AE0-B52417BE4C1E}" dt="2024-01-20T10:50:38.511" v="608" actId="2696"/>
        <pc:sldMkLst>
          <pc:docMk/>
          <pc:sldMk cId="840488802" sldId="272"/>
        </pc:sldMkLst>
        <pc:picChg chg="del">
          <ac:chgData name="Pol Casacuberta Gil" userId="f1a16aafc87673a2" providerId="LiveId" clId="{4E2C0AF9-2A2C-42E3-9AE0-B52417BE4C1E}" dt="2024-01-20T10:48:25.907" v="606" actId="478"/>
          <ac:picMkLst>
            <pc:docMk/>
            <pc:sldMk cId="840488802" sldId="272"/>
            <ac:picMk id="5" creationId="{75693B78-FF47-B619-367E-195F8AEB8D80}"/>
          </ac:picMkLst>
        </pc:picChg>
        <pc:picChg chg="mod">
          <ac:chgData name="Pol Casacuberta Gil" userId="f1a16aafc87673a2" providerId="LiveId" clId="{4E2C0AF9-2A2C-42E3-9AE0-B52417BE4C1E}" dt="2024-01-20T10:48:29.770" v="607" actId="1076"/>
          <ac:picMkLst>
            <pc:docMk/>
            <pc:sldMk cId="840488802" sldId="272"/>
            <ac:picMk id="7" creationId="{CEFF456E-8567-030B-4C3F-758B566E2E4D}"/>
          </ac:picMkLst>
        </pc:picChg>
      </pc:sldChg>
      <pc:sldChg chg="modSp add mod">
        <pc:chgData name="Pol Casacuberta Gil" userId="f1a16aafc87673a2" providerId="LiveId" clId="{4E2C0AF9-2A2C-42E3-9AE0-B52417BE4C1E}" dt="2024-01-21T22:00:20.092" v="1717" actId="255"/>
        <pc:sldMkLst>
          <pc:docMk/>
          <pc:sldMk cId="4210406744" sldId="272"/>
        </pc:sldMkLst>
        <pc:spChg chg="mod">
          <ac:chgData name="Pol Casacuberta Gil" userId="f1a16aafc87673a2" providerId="LiveId" clId="{4E2C0AF9-2A2C-42E3-9AE0-B52417BE4C1E}" dt="2024-01-21T22:00:20.092" v="1717" actId="255"/>
          <ac:spMkLst>
            <pc:docMk/>
            <pc:sldMk cId="4210406744" sldId="272"/>
            <ac:spMk id="3" creationId="{A0018A3B-C74F-FAA0-DF64-10C34B49CDBE}"/>
          </ac:spMkLst>
        </pc:spChg>
      </pc:sldChg>
      <pc:sldChg chg="addSp delSp modSp add mod modAnim">
        <pc:chgData name="Pol Casacuberta Gil" userId="f1a16aafc87673a2" providerId="LiveId" clId="{4E2C0AF9-2A2C-42E3-9AE0-B52417BE4C1E}" dt="2024-01-21T21:59:56.177" v="1715" actId="255"/>
        <pc:sldMkLst>
          <pc:docMk/>
          <pc:sldMk cId="3411042776" sldId="273"/>
        </pc:sldMkLst>
        <pc:spChg chg="add del mod">
          <ac:chgData name="Pol Casacuberta Gil" userId="f1a16aafc87673a2" providerId="LiveId" clId="{4E2C0AF9-2A2C-42E3-9AE0-B52417BE4C1E}" dt="2024-01-21T21:59:56.177" v="1715" actId="255"/>
          <ac:spMkLst>
            <pc:docMk/>
            <pc:sldMk cId="3411042776" sldId="273"/>
            <ac:spMk id="3" creationId="{4E5B3D81-0D95-513C-0F8F-6C351410215B}"/>
          </ac:spMkLst>
        </pc:spChg>
        <pc:picChg chg="del">
          <ac:chgData name="Pol Casacuberta Gil" userId="f1a16aafc87673a2" providerId="LiveId" clId="{4E2C0AF9-2A2C-42E3-9AE0-B52417BE4C1E}" dt="2024-01-20T10:55:26.652" v="694" actId="478"/>
          <ac:picMkLst>
            <pc:docMk/>
            <pc:sldMk cId="3411042776" sldId="273"/>
            <ac:picMk id="5" creationId="{655DCD80-DFBA-D79C-CF93-6C74E37DE127}"/>
          </ac:picMkLst>
        </pc:picChg>
        <pc:picChg chg="add del mod ord">
          <ac:chgData name="Pol Casacuberta Gil" userId="f1a16aafc87673a2" providerId="LiveId" clId="{4E2C0AF9-2A2C-42E3-9AE0-B52417BE4C1E}" dt="2024-01-20T10:55:24.997" v="692" actId="22"/>
          <ac:picMkLst>
            <pc:docMk/>
            <pc:sldMk cId="3411042776" sldId="273"/>
            <ac:picMk id="6" creationId="{37FE8C37-1CD2-51AA-2439-B842B9FE098D}"/>
          </ac:picMkLst>
        </pc:picChg>
        <pc:picChg chg="add mod">
          <ac:chgData name="Pol Casacuberta Gil" userId="f1a16aafc87673a2" providerId="LiveId" clId="{4E2C0AF9-2A2C-42E3-9AE0-B52417BE4C1E}" dt="2024-01-20T10:55:30.706" v="695" actId="1076"/>
          <ac:picMkLst>
            <pc:docMk/>
            <pc:sldMk cId="3411042776" sldId="273"/>
            <ac:picMk id="8" creationId="{2F92E6F9-530F-9BEE-D9A3-31ACD2BC70BB}"/>
          </ac:picMkLst>
        </pc:picChg>
      </pc:sldChg>
      <pc:sldChg chg="delSp modSp add mod modAnim">
        <pc:chgData name="Pol Casacuberta Gil" userId="f1a16aafc87673a2" providerId="LiveId" clId="{4E2C0AF9-2A2C-42E3-9AE0-B52417BE4C1E}" dt="2024-01-24T16:30:35.246" v="2802"/>
        <pc:sldMkLst>
          <pc:docMk/>
          <pc:sldMk cId="119195206" sldId="274"/>
        </pc:sldMkLst>
        <pc:spChg chg="mod">
          <ac:chgData name="Pol Casacuberta Gil" userId="f1a16aafc87673a2" providerId="LiveId" clId="{4E2C0AF9-2A2C-42E3-9AE0-B52417BE4C1E}" dt="2024-01-24T16:26:04.125" v="2779" actId="21"/>
          <ac:spMkLst>
            <pc:docMk/>
            <pc:sldMk cId="119195206" sldId="274"/>
            <ac:spMk id="13" creationId="{1B4B7682-9C59-8FCB-FBDC-A5F159C467AC}"/>
          </ac:spMkLst>
        </pc:spChg>
        <pc:picChg chg="del">
          <ac:chgData name="Pol Casacuberta Gil" userId="f1a16aafc87673a2" providerId="LiveId" clId="{4E2C0AF9-2A2C-42E3-9AE0-B52417BE4C1E}" dt="2024-01-20T11:02:25.087" v="801" actId="478"/>
          <ac:picMkLst>
            <pc:docMk/>
            <pc:sldMk cId="119195206" sldId="274"/>
            <ac:picMk id="6" creationId="{A23E10B7-AF89-7B6B-6301-1163B4B7E604}"/>
          </ac:picMkLst>
        </pc:picChg>
        <pc:picChg chg="mod">
          <ac:chgData name="Pol Casacuberta Gil" userId="f1a16aafc87673a2" providerId="LiveId" clId="{4E2C0AF9-2A2C-42E3-9AE0-B52417BE4C1E}" dt="2024-01-24T16:26:37.574" v="2796" actId="1076"/>
          <ac:picMkLst>
            <pc:docMk/>
            <pc:sldMk cId="119195206" sldId="274"/>
            <ac:picMk id="8" creationId="{A2C491CA-3157-62DA-9C06-3DA7FE16A238}"/>
          </ac:picMkLst>
        </pc:picChg>
      </pc:sldChg>
      <pc:sldChg chg="addSp modSp new mod modAnim">
        <pc:chgData name="Pol Casacuberta Gil" userId="f1a16aafc87673a2" providerId="LiveId" clId="{4E2C0AF9-2A2C-42E3-9AE0-B52417BE4C1E}" dt="2024-01-24T16:30:11.007" v="2800"/>
        <pc:sldMkLst>
          <pc:docMk/>
          <pc:sldMk cId="2962079286" sldId="275"/>
        </pc:sldMkLst>
        <pc:spChg chg="mod">
          <ac:chgData name="Pol Casacuberta Gil" userId="f1a16aafc87673a2" providerId="LiveId" clId="{4E2C0AF9-2A2C-42E3-9AE0-B52417BE4C1E}" dt="2024-01-20T11:06:29.495" v="855" actId="255"/>
          <ac:spMkLst>
            <pc:docMk/>
            <pc:sldMk cId="2962079286" sldId="275"/>
            <ac:spMk id="2" creationId="{7170C27C-D0E1-9D9E-7E36-9384C48E144A}"/>
          </ac:spMkLst>
        </pc:spChg>
        <pc:spChg chg="mod">
          <ac:chgData name="Pol Casacuberta Gil" userId="f1a16aafc87673a2" providerId="LiveId" clId="{4E2C0AF9-2A2C-42E3-9AE0-B52417BE4C1E}" dt="2024-01-24T16:26:32.501" v="2795" actId="20577"/>
          <ac:spMkLst>
            <pc:docMk/>
            <pc:sldMk cId="2962079286" sldId="275"/>
            <ac:spMk id="3" creationId="{5993157C-8611-4332-04AF-9D1786920B71}"/>
          </ac:spMkLst>
        </pc:spChg>
        <pc:picChg chg="add mod">
          <ac:chgData name="Pol Casacuberta Gil" userId="f1a16aafc87673a2" providerId="LiveId" clId="{4E2C0AF9-2A2C-42E3-9AE0-B52417BE4C1E}" dt="2024-01-20T15:18:51.046" v="1071" actId="1076"/>
          <ac:picMkLst>
            <pc:docMk/>
            <pc:sldMk cId="2962079286" sldId="275"/>
            <ac:picMk id="4" creationId="{50BC6205-AFA8-D2DC-9F5E-F4C8CE2CC883}"/>
          </ac:picMkLst>
        </pc:picChg>
      </pc:sldChg>
      <pc:sldChg chg="modSp add del mod modAnim modShow">
        <pc:chgData name="Pol Casacuberta Gil" userId="f1a16aafc87673a2" providerId="LiveId" clId="{4E2C0AF9-2A2C-42E3-9AE0-B52417BE4C1E}" dt="2024-01-20T17:03:39.286" v="1244" actId="47"/>
        <pc:sldMkLst>
          <pc:docMk/>
          <pc:sldMk cId="3822211412" sldId="276"/>
        </pc:sldMkLst>
        <pc:spChg chg="mod">
          <ac:chgData name="Pol Casacuberta Gil" userId="f1a16aafc87673a2" providerId="LiveId" clId="{4E2C0AF9-2A2C-42E3-9AE0-B52417BE4C1E}" dt="2024-01-20T16:12:37.163" v="1102" actId="20577"/>
          <ac:spMkLst>
            <pc:docMk/>
            <pc:sldMk cId="3822211412" sldId="276"/>
            <ac:spMk id="3" creationId="{186FA7C7-17EE-C72F-42D2-8BC389B4E568}"/>
          </ac:spMkLst>
        </pc:spChg>
      </pc:sldChg>
      <pc:sldChg chg="modSp add modAnim">
        <pc:chgData name="Pol Casacuberta Gil" userId="f1a16aafc87673a2" providerId="LiveId" clId="{4E2C0AF9-2A2C-42E3-9AE0-B52417BE4C1E}" dt="2024-01-23T15:01:40.181" v="2751"/>
        <pc:sldMkLst>
          <pc:docMk/>
          <pc:sldMk cId="3810736040" sldId="277"/>
        </pc:sldMkLst>
        <pc:spChg chg="mod">
          <ac:chgData name="Pol Casacuberta Gil" userId="f1a16aafc87673a2" providerId="LiveId" clId="{4E2C0AF9-2A2C-42E3-9AE0-B52417BE4C1E}" dt="2024-01-23T15:01:11.780" v="2750" actId="5793"/>
          <ac:spMkLst>
            <pc:docMk/>
            <pc:sldMk cId="3810736040" sldId="277"/>
            <ac:spMk id="3" creationId="{186FA7C7-17EE-C72F-42D2-8BC389B4E568}"/>
          </ac:spMkLst>
        </pc:spChg>
      </pc:sldChg>
      <pc:sldChg chg="modSp new mod modShow">
        <pc:chgData name="Pol Casacuberta Gil" userId="f1a16aafc87673a2" providerId="LiveId" clId="{4E2C0AF9-2A2C-42E3-9AE0-B52417BE4C1E}" dt="2024-01-23T19:07:23.682" v="2767" actId="729"/>
        <pc:sldMkLst>
          <pc:docMk/>
          <pc:sldMk cId="235235395" sldId="278"/>
        </pc:sldMkLst>
        <pc:spChg chg="mod">
          <ac:chgData name="Pol Casacuberta Gil" userId="f1a16aafc87673a2" providerId="LiveId" clId="{4E2C0AF9-2A2C-42E3-9AE0-B52417BE4C1E}" dt="2024-01-20T16:58:50.712" v="1241" actId="20577"/>
          <ac:spMkLst>
            <pc:docMk/>
            <pc:sldMk cId="235235395" sldId="278"/>
            <ac:spMk id="2" creationId="{A1677D14-89B4-48D1-6E02-475594C4ADAD}"/>
          </ac:spMkLst>
        </pc:spChg>
        <pc:spChg chg="mod">
          <ac:chgData name="Pol Casacuberta Gil" userId="f1a16aafc87673a2" providerId="LiveId" clId="{4E2C0AF9-2A2C-42E3-9AE0-B52417BE4C1E}" dt="2024-01-21T21:59:26.406" v="1710" actId="255"/>
          <ac:spMkLst>
            <pc:docMk/>
            <pc:sldMk cId="235235395" sldId="278"/>
            <ac:spMk id="3" creationId="{EBE1B23D-6B0F-389D-F5D3-45FC4B6FDD66}"/>
          </ac:spMkLst>
        </pc:spChg>
      </pc:sldChg>
      <pc:sldChg chg="modSp add mod modAnim">
        <pc:chgData name="Pol Casacuberta Gil" userId="f1a16aafc87673a2" providerId="LiveId" clId="{4E2C0AF9-2A2C-42E3-9AE0-B52417BE4C1E}" dt="2024-01-22T22:36:42.395" v="2619"/>
        <pc:sldMkLst>
          <pc:docMk/>
          <pc:sldMk cId="2507100354" sldId="279"/>
        </pc:sldMkLst>
        <pc:spChg chg="mod">
          <ac:chgData name="Pol Casacuberta Gil" userId="f1a16aafc87673a2" providerId="LiveId" clId="{4E2C0AF9-2A2C-42E3-9AE0-B52417BE4C1E}" dt="2024-01-20T17:15:53.804" v="1372" actId="20577"/>
          <ac:spMkLst>
            <pc:docMk/>
            <pc:sldMk cId="2507100354" sldId="279"/>
            <ac:spMk id="2" creationId="{A1677D14-89B4-48D1-6E02-475594C4ADAD}"/>
          </ac:spMkLst>
        </pc:spChg>
        <pc:spChg chg="mod">
          <ac:chgData name="Pol Casacuberta Gil" userId="f1a16aafc87673a2" providerId="LiveId" clId="{4E2C0AF9-2A2C-42E3-9AE0-B52417BE4C1E}" dt="2024-01-22T22:36:22.962" v="2618" actId="20577"/>
          <ac:spMkLst>
            <pc:docMk/>
            <pc:sldMk cId="2507100354" sldId="279"/>
            <ac:spMk id="3" creationId="{EBE1B23D-6B0F-389D-F5D3-45FC4B6FDD66}"/>
          </ac:spMkLst>
        </pc:spChg>
      </pc:sldChg>
      <pc:sldChg chg="modSp add mod modAnim modShow">
        <pc:chgData name="Pol Casacuberta Gil" userId="f1a16aafc87673a2" providerId="LiveId" clId="{4E2C0AF9-2A2C-42E3-9AE0-B52417BE4C1E}" dt="2024-01-23T19:15:48.133" v="2768" actId="729"/>
        <pc:sldMkLst>
          <pc:docMk/>
          <pc:sldMk cId="3800950987" sldId="280"/>
        </pc:sldMkLst>
        <pc:spChg chg="mod">
          <ac:chgData name="Pol Casacuberta Gil" userId="f1a16aafc87673a2" providerId="LiveId" clId="{4E2C0AF9-2A2C-42E3-9AE0-B52417BE4C1E}" dt="2024-01-21T12:50:01.760" v="1551" actId="20577"/>
          <ac:spMkLst>
            <pc:docMk/>
            <pc:sldMk cId="3800950987" sldId="280"/>
            <ac:spMk id="2" creationId="{A1677D14-89B4-48D1-6E02-475594C4ADAD}"/>
          </ac:spMkLst>
        </pc:spChg>
        <pc:spChg chg="mod">
          <ac:chgData name="Pol Casacuberta Gil" userId="f1a16aafc87673a2" providerId="LiveId" clId="{4E2C0AF9-2A2C-42E3-9AE0-B52417BE4C1E}" dt="2024-01-22T22:45:15.553" v="2697" actId="20577"/>
          <ac:spMkLst>
            <pc:docMk/>
            <pc:sldMk cId="3800950987" sldId="280"/>
            <ac:spMk id="3" creationId="{EBE1B23D-6B0F-389D-F5D3-45FC4B6FDD66}"/>
          </ac:spMkLst>
        </pc:spChg>
      </pc:sldChg>
      <pc:sldChg chg="new del">
        <pc:chgData name="Pol Casacuberta Gil" userId="f1a16aafc87673a2" providerId="LiveId" clId="{4E2C0AF9-2A2C-42E3-9AE0-B52417BE4C1E}" dt="2024-01-21T20:43:46.803" v="1567" actId="680"/>
        <pc:sldMkLst>
          <pc:docMk/>
          <pc:sldMk cId="557525712" sldId="281"/>
        </pc:sldMkLst>
      </pc:sldChg>
      <pc:sldChg chg="addSp delSp modSp add mod ord delAnim modAnim">
        <pc:chgData name="Pol Casacuberta Gil" userId="f1a16aafc87673a2" providerId="LiveId" clId="{4E2C0AF9-2A2C-42E3-9AE0-B52417BE4C1E}" dt="2024-01-22T15:18:38.650" v="1918" actId="732"/>
        <pc:sldMkLst>
          <pc:docMk/>
          <pc:sldMk cId="2109617512" sldId="281"/>
        </pc:sldMkLst>
        <pc:spChg chg="del mod">
          <ac:chgData name="Pol Casacuberta Gil" userId="f1a16aafc87673a2" providerId="LiveId" clId="{4E2C0AF9-2A2C-42E3-9AE0-B52417BE4C1E}" dt="2024-01-21T20:46:34.366" v="1585" actId="22"/>
          <ac:spMkLst>
            <pc:docMk/>
            <pc:sldMk cId="2109617512" sldId="281"/>
            <ac:spMk id="3" creationId="{4E5B3D81-0D95-513C-0F8F-6C351410215B}"/>
          </ac:spMkLst>
        </pc:spChg>
        <pc:picChg chg="add mod ord modCrop">
          <ac:chgData name="Pol Casacuberta Gil" userId="f1a16aafc87673a2" providerId="LiveId" clId="{4E2C0AF9-2A2C-42E3-9AE0-B52417BE4C1E}" dt="2024-01-22T15:18:09.575" v="1915" actId="732"/>
          <ac:picMkLst>
            <pc:docMk/>
            <pc:sldMk cId="2109617512" sldId="281"/>
            <ac:picMk id="5" creationId="{C6B3ECF2-9ED3-1997-6711-EB779AA8B807}"/>
          </ac:picMkLst>
        </pc:picChg>
        <pc:picChg chg="add mod modCrop">
          <ac:chgData name="Pol Casacuberta Gil" userId="f1a16aafc87673a2" providerId="LiveId" clId="{4E2C0AF9-2A2C-42E3-9AE0-B52417BE4C1E}" dt="2024-01-22T15:18:38.650" v="1918" actId="732"/>
          <ac:picMkLst>
            <pc:docMk/>
            <pc:sldMk cId="2109617512" sldId="281"/>
            <ac:picMk id="7" creationId="{3D03F4E1-FC6C-67C6-AB44-F5E8DEA10CE1}"/>
          </ac:picMkLst>
        </pc:picChg>
        <pc:picChg chg="del">
          <ac:chgData name="Pol Casacuberta Gil" userId="f1a16aafc87673a2" providerId="LiveId" clId="{4E2C0AF9-2A2C-42E3-9AE0-B52417BE4C1E}" dt="2024-01-21T20:46:03.319" v="1569" actId="478"/>
          <ac:picMkLst>
            <pc:docMk/>
            <pc:sldMk cId="2109617512" sldId="281"/>
            <ac:picMk id="8" creationId="{2F92E6F9-530F-9BEE-D9A3-31ACD2BC70BB}"/>
          </ac:picMkLst>
        </pc:picChg>
      </pc:sldChg>
      <pc:sldChg chg="addSp delSp modSp new mod">
        <pc:chgData name="Pol Casacuberta Gil" userId="f1a16aafc87673a2" providerId="LiveId" clId="{4E2C0AF9-2A2C-42E3-9AE0-B52417BE4C1E}" dt="2024-01-22T16:39:05.214" v="2234" actId="1076"/>
        <pc:sldMkLst>
          <pc:docMk/>
          <pc:sldMk cId="2200679024" sldId="282"/>
        </pc:sldMkLst>
        <pc:spChg chg="mod">
          <ac:chgData name="Pol Casacuberta Gil" userId="f1a16aafc87673a2" providerId="LiveId" clId="{4E2C0AF9-2A2C-42E3-9AE0-B52417BE4C1E}" dt="2024-01-21T21:21:45.944" v="1626" actId="20577"/>
          <ac:spMkLst>
            <pc:docMk/>
            <pc:sldMk cId="2200679024" sldId="282"/>
            <ac:spMk id="2" creationId="{464CCB01-4146-D4E0-9B25-A916B2D05923}"/>
          </ac:spMkLst>
        </pc:spChg>
        <pc:spChg chg="del">
          <ac:chgData name="Pol Casacuberta Gil" userId="f1a16aafc87673a2" providerId="LiveId" clId="{4E2C0AF9-2A2C-42E3-9AE0-B52417BE4C1E}" dt="2024-01-21T21:53:23.101" v="1688"/>
          <ac:spMkLst>
            <pc:docMk/>
            <pc:sldMk cId="2200679024" sldId="282"/>
            <ac:spMk id="3" creationId="{61D1E37C-8839-487C-168A-FB88A76A1BD9}"/>
          </ac:spMkLst>
        </pc:spChg>
        <pc:picChg chg="add mod">
          <ac:chgData name="Pol Casacuberta Gil" userId="f1a16aafc87673a2" providerId="LiveId" clId="{4E2C0AF9-2A2C-42E3-9AE0-B52417BE4C1E}" dt="2024-01-22T16:39:05.214" v="2234" actId="1076"/>
          <ac:picMkLst>
            <pc:docMk/>
            <pc:sldMk cId="2200679024" sldId="282"/>
            <ac:picMk id="5" creationId="{5FB08A9E-3214-9110-3D1E-F1C1EEA7C182}"/>
          </ac:picMkLst>
        </pc:picChg>
        <pc:picChg chg="add mod">
          <ac:chgData name="Pol Casacuberta Gil" userId="f1a16aafc87673a2" providerId="LiveId" clId="{4E2C0AF9-2A2C-42E3-9AE0-B52417BE4C1E}" dt="2024-01-22T16:39:02.772" v="2233" actId="1076"/>
          <ac:picMkLst>
            <pc:docMk/>
            <pc:sldMk cId="2200679024" sldId="282"/>
            <ac:picMk id="7" creationId="{80A78744-4E9D-FBF6-117F-97C91DB31AD2}"/>
          </ac:picMkLst>
        </pc:picChg>
      </pc:sldChg>
      <pc:sldChg chg="addSp delSp modSp new mod">
        <pc:chgData name="Pol Casacuberta Gil" userId="f1a16aafc87673a2" providerId="LiveId" clId="{4E2C0AF9-2A2C-42E3-9AE0-B52417BE4C1E}" dt="2024-01-22T08:07:44.558" v="1807" actId="255"/>
        <pc:sldMkLst>
          <pc:docMk/>
          <pc:sldMk cId="3147623973" sldId="283"/>
        </pc:sldMkLst>
        <pc:spChg chg="mod">
          <ac:chgData name="Pol Casacuberta Gil" userId="f1a16aafc87673a2" providerId="LiveId" clId="{4E2C0AF9-2A2C-42E3-9AE0-B52417BE4C1E}" dt="2024-01-21T21:27:50.499" v="1648" actId="20577"/>
          <ac:spMkLst>
            <pc:docMk/>
            <pc:sldMk cId="3147623973" sldId="283"/>
            <ac:spMk id="2" creationId="{CEB36328-2A32-9F62-9C71-F89007D47C28}"/>
          </ac:spMkLst>
        </pc:spChg>
        <pc:spChg chg="mod">
          <ac:chgData name="Pol Casacuberta Gil" userId="f1a16aafc87673a2" providerId="LiveId" clId="{4E2C0AF9-2A2C-42E3-9AE0-B52417BE4C1E}" dt="2024-01-22T08:07:44.558" v="1807" actId="255"/>
          <ac:spMkLst>
            <pc:docMk/>
            <pc:sldMk cId="3147623973" sldId="283"/>
            <ac:spMk id="3" creationId="{C52F4EE4-EBEA-0297-D069-1745E10C1949}"/>
          </ac:spMkLst>
        </pc:spChg>
        <pc:picChg chg="add mod">
          <ac:chgData name="Pol Casacuberta Gil" userId="f1a16aafc87673a2" providerId="LiveId" clId="{4E2C0AF9-2A2C-42E3-9AE0-B52417BE4C1E}" dt="2024-01-21T21:27:53.621" v="1650" actId="1076"/>
          <ac:picMkLst>
            <pc:docMk/>
            <pc:sldMk cId="3147623973" sldId="283"/>
            <ac:picMk id="5" creationId="{C16500E4-5783-6D1F-22A2-74B5BB27034D}"/>
          </ac:picMkLst>
        </pc:picChg>
        <pc:picChg chg="add del mod">
          <ac:chgData name="Pol Casacuberta Gil" userId="f1a16aafc87673a2" providerId="LiveId" clId="{4E2C0AF9-2A2C-42E3-9AE0-B52417BE4C1E}" dt="2024-01-21T21:28:18.634" v="1655" actId="478"/>
          <ac:picMkLst>
            <pc:docMk/>
            <pc:sldMk cId="3147623973" sldId="283"/>
            <ac:picMk id="7" creationId="{E8B311CC-D9E2-D41E-6068-E267F107EB53}"/>
          </ac:picMkLst>
        </pc:picChg>
      </pc:sldChg>
      <pc:sldChg chg="delSp modSp add mod">
        <pc:chgData name="Pol Casacuberta Gil" userId="f1a16aafc87673a2" providerId="LiveId" clId="{4E2C0AF9-2A2C-42E3-9AE0-B52417BE4C1E}" dt="2024-01-22T08:07:48.725" v="1808" actId="255"/>
        <pc:sldMkLst>
          <pc:docMk/>
          <pc:sldMk cId="4275954349" sldId="284"/>
        </pc:sldMkLst>
        <pc:spChg chg="mod">
          <ac:chgData name="Pol Casacuberta Gil" userId="f1a16aafc87673a2" providerId="LiveId" clId="{4E2C0AF9-2A2C-42E3-9AE0-B52417BE4C1E}" dt="2024-01-22T08:07:48.725" v="1808" actId="255"/>
          <ac:spMkLst>
            <pc:docMk/>
            <pc:sldMk cId="4275954349" sldId="284"/>
            <ac:spMk id="3" creationId="{C52F4EE4-EBEA-0297-D069-1745E10C1949}"/>
          </ac:spMkLst>
        </pc:spChg>
        <pc:picChg chg="del">
          <ac:chgData name="Pol Casacuberta Gil" userId="f1a16aafc87673a2" providerId="LiveId" clId="{4E2C0AF9-2A2C-42E3-9AE0-B52417BE4C1E}" dt="2024-01-21T21:28:20.037" v="1656" actId="478"/>
          <ac:picMkLst>
            <pc:docMk/>
            <pc:sldMk cId="4275954349" sldId="284"/>
            <ac:picMk id="5" creationId="{C16500E4-5783-6D1F-22A2-74B5BB27034D}"/>
          </ac:picMkLst>
        </pc:picChg>
        <pc:picChg chg="mod">
          <ac:chgData name="Pol Casacuberta Gil" userId="f1a16aafc87673a2" providerId="LiveId" clId="{4E2C0AF9-2A2C-42E3-9AE0-B52417BE4C1E}" dt="2024-01-21T21:28:21.217" v="1657" actId="1076"/>
          <ac:picMkLst>
            <pc:docMk/>
            <pc:sldMk cId="4275954349" sldId="284"/>
            <ac:picMk id="7" creationId="{E8B311CC-D9E2-D41E-6068-E267F107EB53}"/>
          </ac:picMkLst>
        </pc:picChg>
      </pc:sldChg>
      <pc:sldChg chg="addSp modSp new del mod">
        <pc:chgData name="Pol Casacuberta Gil" userId="f1a16aafc87673a2" providerId="LiveId" clId="{4E2C0AF9-2A2C-42E3-9AE0-B52417BE4C1E}" dt="2024-01-21T21:33:41.048" v="1669" actId="47"/>
        <pc:sldMkLst>
          <pc:docMk/>
          <pc:sldMk cId="3120132350" sldId="285"/>
        </pc:sldMkLst>
        <pc:picChg chg="add mod">
          <ac:chgData name="Pol Casacuberta Gil" userId="f1a16aafc87673a2" providerId="LiveId" clId="{4E2C0AF9-2A2C-42E3-9AE0-B52417BE4C1E}" dt="2024-01-21T21:28:42.589" v="1663" actId="1076"/>
          <ac:picMkLst>
            <pc:docMk/>
            <pc:sldMk cId="3120132350" sldId="285"/>
            <ac:picMk id="5" creationId="{2008D891-A6B6-024E-AF79-120E942662F8}"/>
          </ac:picMkLst>
        </pc:picChg>
      </pc:sldChg>
      <pc:sldChg chg="addSp delSp modSp add mod">
        <pc:chgData name="Pol Casacuberta Gil" userId="f1a16aafc87673a2" providerId="LiveId" clId="{4E2C0AF9-2A2C-42E3-9AE0-B52417BE4C1E}" dt="2024-01-21T21:29:01.274" v="1668" actId="1076"/>
        <pc:sldMkLst>
          <pc:docMk/>
          <pc:sldMk cId="3609432244" sldId="286"/>
        </pc:sldMkLst>
        <pc:picChg chg="add mod">
          <ac:chgData name="Pol Casacuberta Gil" userId="f1a16aafc87673a2" providerId="LiveId" clId="{4E2C0AF9-2A2C-42E3-9AE0-B52417BE4C1E}" dt="2024-01-21T21:29:01.274" v="1668" actId="1076"/>
          <ac:picMkLst>
            <pc:docMk/>
            <pc:sldMk cId="3609432244" sldId="286"/>
            <ac:picMk id="4" creationId="{F2AC70FF-9420-1A39-4E17-8757B44E1F64}"/>
          </ac:picMkLst>
        </pc:picChg>
        <pc:picChg chg="del">
          <ac:chgData name="Pol Casacuberta Gil" userId="f1a16aafc87673a2" providerId="LiveId" clId="{4E2C0AF9-2A2C-42E3-9AE0-B52417BE4C1E}" dt="2024-01-21T21:29:00.090" v="1667" actId="478"/>
          <ac:picMkLst>
            <pc:docMk/>
            <pc:sldMk cId="3609432244" sldId="286"/>
            <ac:picMk id="7" creationId="{E8B311CC-D9E2-D41E-6068-E267F107EB53}"/>
          </ac:picMkLst>
        </pc:picChg>
      </pc:sldChg>
      <pc:sldChg chg="addSp delSp modSp add del mod">
        <pc:chgData name="Pol Casacuberta Gil" userId="f1a16aafc87673a2" providerId="LiveId" clId="{4E2C0AF9-2A2C-42E3-9AE0-B52417BE4C1E}" dt="2024-01-21T21:57:19.569" v="1709" actId="47"/>
        <pc:sldMkLst>
          <pc:docMk/>
          <pc:sldMk cId="3723716742" sldId="287"/>
        </pc:sldMkLst>
        <pc:picChg chg="del">
          <ac:chgData name="Pol Casacuberta Gil" userId="f1a16aafc87673a2" providerId="LiveId" clId="{4E2C0AF9-2A2C-42E3-9AE0-B52417BE4C1E}" dt="2024-01-21T21:34:03.266" v="1672" actId="478"/>
          <ac:picMkLst>
            <pc:docMk/>
            <pc:sldMk cId="3723716742" sldId="287"/>
            <ac:picMk id="4" creationId="{F2AC70FF-9420-1A39-4E17-8757B44E1F64}"/>
          </ac:picMkLst>
        </pc:picChg>
        <pc:picChg chg="add mod">
          <ac:chgData name="Pol Casacuberta Gil" userId="f1a16aafc87673a2" providerId="LiveId" clId="{4E2C0AF9-2A2C-42E3-9AE0-B52417BE4C1E}" dt="2024-01-21T21:34:06.228" v="1675" actId="1076"/>
          <ac:picMkLst>
            <pc:docMk/>
            <pc:sldMk cId="3723716742" sldId="287"/>
            <ac:picMk id="6" creationId="{74320579-4299-87B6-13E9-62941D97EFFE}"/>
          </ac:picMkLst>
        </pc:picChg>
      </pc:sldChg>
      <pc:sldChg chg="add">
        <pc:chgData name="Pol Casacuberta Gil" userId="f1a16aafc87673a2" providerId="LiveId" clId="{4E2C0AF9-2A2C-42E3-9AE0-B52417BE4C1E}" dt="2024-01-21T21:34:09.784" v="1676" actId="2890"/>
        <pc:sldMkLst>
          <pc:docMk/>
          <pc:sldMk cId="2502971583" sldId="288"/>
        </pc:sldMkLst>
      </pc:sldChg>
      <pc:sldChg chg="addSp delSp modSp add mod">
        <pc:chgData name="Pol Casacuberta Gil" userId="f1a16aafc87673a2" providerId="LiveId" clId="{4E2C0AF9-2A2C-42E3-9AE0-B52417BE4C1E}" dt="2024-01-22T15:02:01.355" v="1911" actId="20577"/>
        <pc:sldMkLst>
          <pc:docMk/>
          <pc:sldMk cId="2112469880" sldId="289"/>
        </pc:sldMkLst>
        <pc:spChg chg="mod">
          <ac:chgData name="Pol Casacuberta Gil" userId="f1a16aafc87673a2" providerId="LiveId" clId="{4E2C0AF9-2A2C-42E3-9AE0-B52417BE4C1E}" dt="2024-01-22T15:02:01.355" v="1911" actId="20577"/>
          <ac:spMkLst>
            <pc:docMk/>
            <pc:sldMk cId="2112469880" sldId="289"/>
            <ac:spMk id="3" creationId="{C52F4EE4-EBEA-0297-D069-1745E10C1949}"/>
          </ac:spMkLst>
        </pc:spChg>
        <pc:picChg chg="add mod">
          <ac:chgData name="Pol Casacuberta Gil" userId="f1a16aafc87673a2" providerId="LiveId" clId="{4E2C0AF9-2A2C-42E3-9AE0-B52417BE4C1E}" dt="2024-01-21T21:34:41.935" v="1681" actId="1076"/>
          <ac:picMkLst>
            <pc:docMk/>
            <pc:sldMk cId="2112469880" sldId="289"/>
            <ac:picMk id="5" creationId="{78DC9E25-D737-3372-C845-0C5880A5EC49}"/>
          </ac:picMkLst>
        </pc:picChg>
        <pc:picChg chg="del">
          <ac:chgData name="Pol Casacuberta Gil" userId="f1a16aafc87673a2" providerId="LiveId" clId="{4E2C0AF9-2A2C-42E3-9AE0-B52417BE4C1E}" dt="2024-01-21T21:34:38.733" v="1678" actId="478"/>
          <ac:picMkLst>
            <pc:docMk/>
            <pc:sldMk cId="2112469880" sldId="289"/>
            <ac:picMk id="6" creationId="{74320579-4299-87B6-13E9-62941D97EFFE}"/>
          </ac:picMkLst>
        </pc:picChg>
      </pc:sldChg>
      <pc:sldChg chg="addSp delSp modSp add mod">
        <pc:chgData name="Pol Casacuberta Gil" userId="f1a16aafc87673a2" providerId="LiveId" clId="{4E2C0AF9-2A2C-42E3-9AE0-B52417BE4C1E}" dt="2024-01-21T21:35:04.081" v="1687" actId="1076"/>
        <pc:sldMkLst>
          <pc:docMk/>
          <pc:sldMk cId="1505786280" sldId="290"/>
        </pc:sldMkLst>
        <pc:picChg chg="del">
          <ac:chgData name="Pol Casacuberta Gil" userId="f1a16aafc87673a2" providerId="LiveId" clId="{4E2C0AF9-2A2C-42E3-9AE0-B52417BE4C1E}" dt="2024-01-21T21:35:00.358" v="1683" actId="478"/>
          <ac:picMkLst>
            <pc:docMk/>
            <pc:sldMk cId="1505786280" sldId="290"/>
            <ac:picMk id="5" creationId="{78DC9E25-D737-3372-C845-0C5880A5EC49}"/>
          </ac:picMkLst>
        </pc:picChg>
        <pc:picChg chg="add mod">
          <ac:chgData name="Pol Casacuberta Gil" userId="f1a16aafc87673a2" providerId="LiveId" clId="{4E2C0AF9-2A2C-42E3-9AE0-B52417BE4C1E}" dt="2024-01-21T21:35:04.081" v="1687" actId="1076"/>
          <ac:picMkLst>
            <pc:docMk/>
            <pc:sldMk cId="1505786280" sldId="290"/>
            <ac:picMk id="6" creationId="{0F18E744-97D3-FC7F-42D2-3668D799F5C7}"/>
          </ac:picMkLst>
        </pc:picChg>
      </pc:sldChg>
      <pc:sldChg chg="addSp delSp modSp add mod delAnim">
        <pc:chgData name="Pol Casacuberta Gil" userId="f1a16aafc87673a2" providerId="LiveId" clId="{4E2C0AF9-2A2C-42E3-9AE0-B52417BE4C1E}" dt="2024-01-22T15:55:15.313" v="1923" actId="1076"/>
        <pc:sldMkLst>
          <pc:docMk/>
          <pc:sldMk cId="2987153049" sldId="291"/>
        </pc:sldMkLst>
        <pc:spChg chg="add mod">
          <ac:chgData name="Pol Casacuberta Gil" userId="f1a16aafc87673a2" providerId="LiveId" clId="{4E2C0AF9-2A2C-42E3-9AE0-B52417BE4C1E}" dt="2024-01-22T15:55:10.643" v="1920" actId="478"/>
          <ac:spMkLst>
            <pc:docMk/>
            <pc:sldMk cId="2987153049" sldId="291"/>
            <ac:spMk id="4" creationId="{98222C0A-5A49-B147-F0AA-81E2DD68CBF1}"/>
          </ac:spMkLst>
        </pc:spChg>
        <pc:picChg chg="del">
          <ac:chgData name="Pol Casacuberta Gil" userId="f1a16aafc87673a2" providerId="LiveId" clId="{4E2C0AF9-2A2C-42E3-9AE0-B52417BE4C1E}" dt="2024-01-22T15:55:10.643" v="1920" actId="478"/>
          <ac:picMkLst>
            <pc:docMk/>
            <pc:sldMk cId="2987153049" sldId="291"/>
            <ac:picMk id="5" creationId="{C6B3ECF2-9ED3-1997-6711-EB779AA8B807}"/>
          </ac:picMkLst>
        </pc:picChg>
        <pc:picChg chg="del">
          <ac:chgData name="Pol Casacuberta Gil" userId="f1a16aafc87673a2" providerId="LiveId" clId="{4E2C0AF9-2A2C-42E3-9AE0-B52417BE4C1E}" dt="2024-01-22T15:55:12.751" v="1921" actId="478"/>
          <ac:picMkLst>
            <pc:docMk/>
            <pc:sldMk cId="2987153049" sldId="291"/>
            <ac:picMk id="7" creationId="{3D03F4E1-FC6C-67C6-AB44-F5E8DEA10CE1}"/>
          </ac:picMkLst>
        </pc:picChg>
        <pc:picChg chg="add mod">
          <ac:chgData name="Pol Casacuberta Gil" userId="f1a16aafc87673a2" providerId="LiveId" clId="{4E2C0AF9-2A2C-42E3-9AE0-B52417BE4C1E}" dt="2024-01-22T15:55:15.313" v="1923" actId="1076"/>
          <ac:picMkLst>
            <pc:docMk/>
            <pc:sldMk cId="2987153049" sldId="291"/>
            <ac:picMk id="8" creationId="{BB5563A8-0997-6EAA-4A64-CD6E71989256}"/>
          </ac:picMkLst>
        </pc:picChg>
      </pc:sldChg>
      <pc:sldChg chg="modSp new mod modAnim">
        <pc:chgData name="Pol Casacuberta Gil" userId="f1a16aafc87673a2" providerId="LiveId" clId="{4E2C0AF9-2A2C-42E3-9AE0-B52417BE4C1E}" dt="2024-01-23T17:26:19.505" v="2766"/>
        <pc:sldMkLst>
          <pc:docMk/>
          <pc:sldMk cId="2600499492" sldId="292"/>
        </pc:sldMkLst>
        <pc:spChg chg="mod">
          <ac:chgData name="Pol Casacuberta Gil" userId="f1a16aafc87673a2" providerId="LiveId" clId="{4E2C0AF9-2A2C-42E3-9AE0-B52417BE4C1E}" dt="2024-01-22T16:34:01.125" v="2043" actId="20577"/>
          <ac:spMkLst>
            <pc:docMk/>
            <pc:sldMk cId="2600499492" sldId="292"/>
            <ac:spMk id="2" creationId="{4D3AD431-DE83-F9FF-88D4-CB05441D4ECE}"/>
          </ac:spMkLst>
        </pc:spChg>
        <pc:spChg chg="mod">
          <ac:chgData name="Pol Casacuberta Gil" userId="f1a16aafc87673a2" providerId="LiveId" clId="{4E2C0AF9-2A2C-42E3-9AE0-B52417BE4C1E}" dt="2024-01-22T16:39:44.397" v="2236" actId="255"/>
          <ac:spMkLst>
            <pc:docMk/>
            <pc:sldMk cId="2600499492" sldId="292"/>
            <ac:spMk id="3" creationId="{411ED7C7-2389-5E49-AABE-58B09251D537}"/>
          </ac:spMkLst>
        </pc:spChg>
      </pc:sldChg>
      <pc:sldChg chg="modSp add mod modAnim">
        <pc:chgData name="Pol Casacuberta Gil" userId="f1a16aafc87673a2" providerId="LiveId" clId="{4E2C0AF9-2A2C-42E3-9AE0-B52417BE4C1E}" dt="2024-01-22T19:07:36.907" v="2498"/>
        <pc:sldMkLst>
          <pc:docMk/>
          <pc:sldMk cId="1677927510" sldId="293"/>
        </pc:sldMkLst>
        <pc:spChg chg="mod">
          <ac:chgData name="Pol Casacuberta Gil" userId="f1a16aafc87673a2" providerId="LiveId" clId="{4E2C0AF9-2A2C-42E3-9AE0-B52417BE4C1E}" dt="2024-01-22T18:53:23.109" v="2493" actId="20577"/>
          <ac:spMkLst>
            <pc:docMk/>
            <pc:sldMk cId="1677927510" sldId="293"/>
            <ac:spMk id="3" creationId="{A0018A3B-C74F-FAA0-DF64-10C34B49CDBE}"/>
          </ac:spMkLst>
        </pc:spChg>
      </pc:sldChg>
      <pc:sldChg chg="modSp new mod modAnim">
        <pc:chgData name="Pol Casacuberta Gil" userId="f1a16aafc87673a2" providerId="LiveId" clId="{4E2C0AF9-2A2C-42E3-9AE0-B52417BE4C1E}" dt="2024-01-22T19:12:32.211" v="2580"/>
        <pc:sldMkLst>
          <pc:docMk/>
          <pc:sldMk cId="2814683103" sldId="294"/>
        </pc:sldMkLst>
        <pc:spChg chg="mod">
          <ac:chgData name="Pol Casacuberta Gil" userId="f1a16aafc87673a2" providerId="LiveId" clId="{4E2C0AF9-2A2C-42E3-9AE0-B52417BE4C1E}" dt="2024-01-22T19:11:04.057" v="2501" actId="255"/>
          <ac:spMkLst>
            <pc:docMk/>
            <pc:sldMk cId="2814683103" sldId="294"/>
            <ac:spMk id="2" creationId="{ED064092-536B-0911-E3E5-AEC0913E5826}"/>
          </ac:spMkLst>
        </pc:spChg>
        <pc:spChg chg="mod">
          <ac:chgData name="Pol Casacuberta Gil" userId="f1a16aafc87673a2" providerId="LiveId" clId="{4E2C0AF9-2A2C-42E3-9AE0-B52417BE4C1E}" dt="2024-01-22T19:11:57.236" v="2573" actId="255"/>
          <ac:spMkLst>
            <pc:docMk/>
            <pc:sldMk cId="2814683103" sldId="294"/>
            <ac:spMk id="3" creationId="{86001211-83B7-3A97-E1DD-72F4290BA24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 rtl="0"/>
            <a:fld id="{C62B80FE-187A-4085-BD71-F0873FF7BD68}" type="datetime1">
              <a:rPr lang="es-ES" smtClean="0"/>
              <a:t>24/01/2024</a:t>
            </a:fld>
            <a:endParaRPr lang="es-ES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pPr rtl="0"/>
            <a:endParaRPr lang="es-ES" noProof="0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pPr rtl="0"/>
            <a:fld id="{6D59A2BD-4571-4110-BB3E-5D004DE434FA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pPr rtl="0"/>
            <a:endParaRPr lang="es-ES" noProof="0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55336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9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5896504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10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8059100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12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7629501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C6B3AB32-59DF-41F1-9618-EDFBF5049629}" type="slidenum">
              <a:rPr lang="es-ES" noProof="0" smtClean="0"/>
              <a:t>15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8228147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409C0D2-15DE-4FAC-845B-C48979FFAEB9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7670FF6-52DC-429F-9C56-6A1BF295232E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5E27922-51B6-4B96-9C28-2CD2060AE75A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3ECF5D1-1C98-40FD-9D65-EED7644802B9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56C746-EB55-4634-AD93-A9FF2473885C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9051F13-F75A-440F-BED7-E2004746A95F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D7A2E7D-666A-420B-9042-959E1D47E21D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0403F12F-0E67-4CAB-8DFD-26DCD4A99D59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n-US" noProof="0" dirty="0"/>
              <a:t>Click icon to add picture</a:t>
            </a:r>
            <a:endParaRPr lang="es-ES" noProof="0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709DA8C-1A59-4B91-B9EA-509377CD0E23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CF9F163-DD03-4353-882E-CE0F9A80F1C3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es-ES" noProof="0"/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8D2FF54C-EA2F-453C-857C-5C9ADB86CB43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A3DF7BF2-42BB-439B-88AA-F60334FF1291}" type="datetime1">
              <a:rPr lang="es-ES" noProof="0" smtClean="0"/>
              <a:t>24/01/2024</a:t>
            </a:fld>
            <a:endParaRPr lang="es-ES" noProof="0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gi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6717" y="4473319"/>
            <a:ext cx="10993549" cy="1506613"/>
          </a:xfrm>
        </p:spPr>
        <p:txBody>
          <a:bodyPr rtlCol="0">
            <a:noAutofit/>
          </a:bodyPr>
          <a:lstStyle/>
          <a:p>
            <a:pPr rtl="0"/>
            <a:r>
              <a:rPr lang="es-ES" sz="3200" dirty="0">
                <a:solidFill>
                  <a:schemeClr val="bg1"/>
                </a:solidFill>
              </a:rPr>
              <a:t>GENERACIÓN DE DATOS ARTIFICIALES</a:t>
            </a:r>
            <a:br>
              <a:rPr lang="es-ES" sz="3200" dirty="0">
                <a:solidFill>
                  <a:schemeClr val="bg1"/>
                </a:solidFill>
              </a:rPr>
            </a:br>
            <a:r>
              <a:rPr lang="es-ES" sz="3200" dirty="0">
                <a:solidFill>
                  <a:schemeClr val="bg1"/>
                </a:solidFill>
              </a:rPr>
              <a:t>PARA MODELOS DE APRENDIZAJE</a:t>
            </a:r>
            <a:br>
              <a:rPr lang="es-ES" sz="3200" dirty="0">
                <a:solidFill>
                  <a:schemeClr val="bg1"/>
                </a:solidFill>
              </a:rPr>
            </a:br>
            <a:r>
              <a:rPr lang="es-ES" sz="3200" dirty="0">
                <a:solidFill>
                  <a:schemeClr val="bg1"/>
                </a:solidFill>
              </a:rPr>
              <a:t>PROFUNDO EN IMAGEN MÉDICA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6717" y="6037887"/>
            <a:ext cx="10993546" cy="48482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7CEBFF"/>
                </a:solidFill>
              </a:rPr>
              <a:t>POL CASACUBERTA GIL</a:t>
            </a:r>
          </a:p>
        </p:txBody>
      </p:sp>
      <p:pic>
        <p:nvPicPr>
          <p:cNvPr id="1026" name="Picture 2" descr="upc-logo | GeomáticaES">
            <a:extLst>
              <a:ext uri="{FF2B5EF4-FFF2-40B4-BE49-F238E27FC236}">
                <a16:creationId xmlns:a16="http://schemas.microsoft.com/office/drawing/2014/main" id="{F10A0825-689F-5CEE-FA0B-402427E7A4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32241" y="4414445"/>
            <a:ext cx="1989968" cy="1989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4E4F4-A517-5F13-7E70-044B48C88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Índice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98F596-7FCA-4BCE-AD5C-F06EB93C0B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2180" y="2477541"/>
            <a:ext cx="11029615" cy="3678303"/>
          </a:xfrm>
        </p:spPr>
        <p:txBody>
          <a:bodyPr>
            <a:noAutofit/>
          </a:bodyPr>
          <a:lstStyle/>
          <a:p>
            <a:r>
              <a:rPr lang="es-ES" sz="2800" dirty="0"/>
              <a:t>Contexto</a:t>
            </a:r>
          </a:p>
          <a:p>
            <a:r>
              <a:rPr lang="es-ES" sz="2800" dirty="0"/>
              <a:t>Objetivos</a:t>
            </a:r>
          </a:p>
          <a:p>
            <a:r>
              <a:rPr lang="es-ES" sz="2800" dirty="0"/>
              <a:t>Estado del arte</a:t>
            </a:r>
          </a:p>
          <a:p>
            <a:r>
              <a:rPr lang="es-ES" sz="2800" dirty="0"/>
              <a:t>Metodología</a:t>
            </a:r>
          </a:p>
          <a:p>
            <a:r>
              <a:rPr lang="es-ES" sz="2800" dirty="0"/>
              <a:t>Desarrollo</a:t>
            </a:r>
          </a:p>
          <a:p>
            <a:r>
              <a:rPr lang="es-ES" sz="2800" dirty="0"/>
              <a:t>Análisis del </a:t>
            </a:r>
            <a:r>
              <a:rPr lang="es-ES" sz="2800" dirty="0" err="1"/>
              <a:t>dataset</a:t>
            </a:r>
            <a:endParaRPr lang="es-ES" sz="2800" dirty="0"/>
          </a:p>
          <a:p>
            <a:r>
              <a:rPr lang="es-ES" sz="2800" dirty="0"/>
              <a:t>Resultados</a:t>
            </a:r>
          </a:p>
          <a:p>
            <a:r>
              <a:rPr lang="es-ES" sz="2800" dirty="0"/>
              <a:t>Conclusiones</a:t>
            </a:r>
          </a:p>
        </p:txBody>
      </p:sp>
    </p:spTree>
    <p:extLst>
      <p:ext uri="{BB962C8B-B14F-4D97-AF65-F5344CB8AC3E}">
        <p14:creationId xmlns:p14="http://schemas.microsoft.com/office/powerpoint/2010/main" val="600504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9539-48E3-8832-97E3-196C8AC0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sz="1400" dirty="0"/>
              <a:t>Contexto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B4B7682-9C59-8FCB-FBDC-A5F159C4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r>
              <a:rPr lang="en-US" sz="2800" dirty="0"/>
              <a:t>HPAI</a:t>
            </a:r>
          </a:p>
          <a:p>
            <a:r>
              <a:rPr lang="en-US" sz="2800" dirty="0" err="1"/>
              <a:t>Dirigido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Javier </a:t>
            </a:r>
            <a:r>
              <a:rPr lang="en-US" sz="2800" dirty="0" err="1"/>
              <a:t>Béjar</a:t>
            </a:r>
            <a:r>
              <a:rPr lang="en-US" sz="2800" dirty="0"/>
              <a:t> Alonso</a:t>
            </a:r>
          </a:p>
        </p:txBody>
      </p:sp>
      <p:pic>
        <p:nvPicPr>
          <p:cNvPr id="6" name="Content Placeholder 5" descr="A blue circle with white text&#10;&#10;Description automatically generated">
            <a:extLst>
              <a:ext uri="{FF2B5EF4-FFF2-40B4-BE49-F238E27FC236}">
                <a16:creationId xmlns:a16="http://schemas.microsoft.com/office/drawing/2014/main" id="{A23E10B7-AF89-7B6B-6301-1163B4B7E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1605" y="3302610"/>
            <a:ext cx="1666166" cy="148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983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0C27C-D0E1-9D9E-7E36-9384C48E1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Objetivos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3157C-8611-4332-04AF-9D1786920B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710583"/>
            <a:ext cx="11029615" cy="3678303"/>
          </a:xfrm>
        </p:spPr>
        <p:txBody>
          <a:bodyPr>
            <a:normAutofit/>
          </a:bodyPr>
          <a:lstStyle/>
          <a:p>
            <a:r>
              <a:rPr lang="es-ES" sz="2400" dirty="0"/>
              <a:t>Detección de pólipos</a:t>
            </a:r>
          </a:p>
          <a:p>
            <a:r>
              <a:rPr lang="es-ES" sz="2400" dirty="0"/>
              <a:t>Traducción de imagen a imagen</a:t>
            </a:r>
          </a:p>
          <a:p>
            <a:r>
              <a:rPr lang="es-ES" sz="2400" dirty="0"/>
              <a:t>Escasez,  poca diversidad</a:t>
            </a:r>
          </a:p>
          <a:p>
            <a:r>
              <a:rPr lang="en-US" sz="2400" dirty="0"/>
              <a:t>La </a:t>
            </a:r>
            <a:r>
              <a:rPr lang="en-US" sz="2400" dirty="0" err="1"/>
              <a:t>anotación</a:t>
            </a:r>
            <a:r>
              <a:rPr lang="en-US" sz="2400" dirty="0"/>
              <a:t> de </a:t>
            </a:r>
            <a:r>
              <a:rPr lang="en-US" sz="2400" dirty="0" err="1"/>
              <a:t>datos</a:t>
            </a:r>
            <a:r>
              <a:rPr lang="en-US" sz="2400" dirty="0"/>
              <a:t> es </a:t>
            </a:r>
            <a:r>
              <a:rPr lang="en-US" sz="2400" dirty="0" err="1"/>
              <a:t>costosa</a:t>
            </a:r>
            <a:endParaRPr lang="en-US" sz="2400" dirty="0"/>
          </a:p>
          <a:p>
            <a:r>
              <a:rPr lang="en-US" sz="2400" dirty="0" err="1"/>
              <a:t>Generar</a:t>
            </a:r>
            <a:r>
              <a:rPr lang="en-US" sz="2400" dirty="0"/>
              <a:t> </a:t>
            </a:r>
            <a:r>
              <a:rPr lang="en-US" sz="2400" dirty="0" err="1"/>
              <a:t>datos</a:t>
            </a:r>
            <a:r>
              <a:rPr lang="en-US" sz="2400" dirty="0"/>
              <a:t> </a:t>
            </a:r>
            <a:r>
              <a:rPr lang="en-US" sz="2400" dirty="0" err="1"/>
              <a:t>parecidos</a:t>
            </a:r>
            <a:r>
              <a:rPr lang="en-US" sz="2400" dirty="0"/>
              <a:t> </a:t>
            </a:r>
            <a:r>
              <a:rPr lang="en-US" sz="2400" dirty="0" err="1"/>
              <a:t>pero</a:t>
            </a:r>
            <a:r>
              <a:rPr lang="en-US" sz="2400" dirty="0"/>
              <a:t> </a:t>
            </a:r>
            <a:r>
              <a:rPr lang="en-US" sz="2400" dirty="0" err="1"/>
              <a:t>diferentes</a:t>
            </a:r>
            <a:endParaRPr lang="es-ES" sz="2400" dirty="0"/>
          </a:p>
          <a:p>
            <a:r>
              <a:rPr lang="es-ES" sz="2400" dirty="0" err="1"/>
              <a:t>LDPolypVideo</a:t>
            </a:r>
            <a:endParaRPr lang="es-ES" sz="2400" dirty="0"/>
          </a:p>
          <a:p>
            <a:endParaRPr lang="es-ES" sz="2400" dirty="0"/>
          </a:p>
          <a:p>
            <a:endParaRPr lang="es-ES" sz="2400" dirty="0"/>
          </a:p>
        </p:txBody>
      </p:sp>
      <p:pic>
        <p:nvPicPr>
          <p:cNvPr id="4" name="Picture 3" descr="A computer screen with a picture of a human organ">
            <a:extLst>
              <a:ext uri="{FF2B5EF4-FFF2-40B4-BE49-F238E27FC236}">
                <a16:creationId xmlns:a16="http://schemas.microsoft.com/office/drawing/2014/main" id="{50BC6205-AFA8-D2DC-9F5E-F4C8CE2CC8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8568" r="5986" b="1"/>
          <a:stretch/>
        </p:blipFill>
        <p:spPr>
          <a:xfrm>
            <a:off x="6908675" y="2565111"/>
            <a:ext cx="4702132" cy="315046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62079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B9539-48E3-8832-97E3-196C8AC0AE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sz="1400" dirty="0"/>
              <a:t>Contexto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B4B7682-9C59-8FCB-FBDC-A5F159C467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r>
              <a:rPr lang="en-US" sz="2800" dirty="0"/>
              <a:t>GAN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2C491CA-3157-62DA-9C06-3DA7FE16A2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33100" y="3152141"/>
            <a:ext cx="5056316" cy="2225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95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0" dur="indefinite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uiExpand="1" build="p"/>
      <p:bldP spid="13" grpId="1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923A0-A47E-D7D4-74FE-43DFA4F7D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 err="1"/>
              <a:t>CycleGAN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B1C07C-E10C-BF17-D0B4-8C706BA1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Ciclo de consistencia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E0A35D-70EA-5D39-4238-96E5C8EFF5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8925" y="3036391"/>
            <a:ext cx="7441882" cy="2231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91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064092-536B-0911-E3E5-AEC0913E5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Red de detección de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001211-83B7-3A97-E1DD-72F4290BA24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SSD (Single </a:t>
            </a:r>
            <a:r>
              <a:rPr lang="es-ES" sz="3200" dirty="0" err="1"/>
              <a:t>Shot</a:t>
            </a:r>
            <a:r>
              <a:rPr lang="es-ES" sz="3200" dirty="0"/>
              <a:t> Detector)</a:t>
            </a:r>
          </a:p>
          <a:p>
            <a:r>
              <a:rPr lang="es-ES" sz="3200" dirty="0" err="1"/>
              <a:t>RetinaNet</a:t>
            </a:r>
            <a:endParaRPr lang="es-ES" sz="3200" dirty="0"/>
          </a:p>
          <a:p>
            <a:r>
              <a:rPr lang="es-ES" sz="3200" dirty="0"/>
              <a:t>Función de perdida focal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204E40-F650-62FA-9451-4F83AD33DF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14683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7D2C-14F2-4CF9-85D4-442CF860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sz="1400" dirty="0"/>
              <a:t>Red de detección de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18A3B-C74F-FAA0-DF64-10C34B49C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s-ES" sz="3200" dirty="0" err="1"/>
              <a:t>FasterRCNN</a:t>
            </a:r>
            <a:endParaRPr lang="es-ES" sz="3200" dirty="0"/>
          </a:p>
          <a:p>
            <a:r>
              <a:rPr lang="es-ES" sz="3200" dirty="0"/>
              <a:t>Selective </a:t>
            </a:r>
            <a:r>
              <a:rPr lang="es-ES" sz="3200" dirty="0" err="1"/>
              <a:t>search</a:t>
            </a:r>
            <a:endParaRPr lang="es-ES" sz="3200" dirty="0"/>
          </a:p>
          <a:p>
            <a:r>
              <a:rPr lang="es-ES" sz="3200" dirty="0"/>
              <a:t>RPN</a:t>
            </a:r>
          </a:p>
          <a:p>
            <a:endParaRPr lang="es-ES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693B78-FF47-B619-367E-195F8AEB8D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069" y="2228003"/>
            <a:ext cx="3755087" cy="363304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7927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2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07D2C-14F2-4CF9-85D4-442CF8601A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s-ES" sz="1400" dirty="0"/>
              <a:t>Red de detección de objetos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18A3B-C74F-FAA0-DF64-10C34B49CD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 anchor="ctr">
            <a:normAutofit/>
          </a:bodyPr>
          <a:lstStyle/>
          <a:p>
            <a:r>
              <a:rPr lang="es-ES" sz="3200" dirty="0" err="1"/>
              <a:t>FasterRCNN</a:t>
            </a:r>
            <a:endParaRPr lang="es-ES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EFF456E-8567-030B-4C3F-758B566E2E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391" y="2932163"/>
            <a:ext cx="4200556" cy="269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406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1B28-0233-1AB2-782C-98BAC259E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Métricas de evaluación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87E1A-1132-33E6-9419-7BB917FD3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586896"/>
            <a:ext cx="11029615" cy="4271104"/>
          </a:xfrm>
        </p:spPr>
        <p:txBody>
          <a:bodyPr>
            <a:normAutofit/>
          </a:bodyPr>
          <a:lstStyle/>
          <a:p>
            <a:r>
              <a:rPr lang="es-ES" sz="3200" dirty="0"/>
              <a:t>Precisión</a:t>
            </a:r>
          </a:p>
          <a:p>
            <a:r>
              <a:rPr lang="es-ES" sz="3200" dirty="0" err="1"/>
              <a:t>Recall</a:t>
            </a:r>
            <a:endParaRPr lang="es-ES" sz="3200" dirty="0"/>
          </a:p>
          <a:p>
            <a:r>
              <a:rPr lang="es-ES" sz="3200" dirty="0"/>
              <a:t>F1 score </a:t>
            </a:r>
          </a:p>
          <a:p>
            <a:r>
              <a:rPr lang="es-ES" sz="3200" dirty="0" err="1"/>
              <a:t>Intersection</a:t>
            </a:r>
            <a:r>
              <a:rPr lang="es-ES" sz="3200" dirty="0"/>
              <a:t> </a:t>
            </a:r>
            <a:r>
              <a:rPr lang="es-ES" sz="3200" dirty="0" err="1"/>
              <a:t>over</a:t>
            </a:r>
            <a:r>
              <a:rPr lang="es-ES" sz="3200" dirty="0"/>
              <a:t> </a:t>
            </a:r>
            <a:r>
              <a:rPr lang="es-ES" sz="3200" dirty="0" err="1"/>
              <a:t>Union</a:t>
            </a:r>
            <a:endParaRPr lang="es-ES" sz="3200" dirty="0"/>
          </a:p>
          <a:p>
            <a:r>
              <a:rPr lang="es-ES" sz="3200" dirty="0" err="1"/>
              <a:t>Average</a:t>
            </a:r>
            <a:r>
              <a:rPr lang="es-ES" sz="3200" dirty="0"/>
              <a:t> </a:t>
            </a:r>
            <a:r>
              <a:rPr lang="es-ES" sz="3200" dirty="0" err="1"/>
              <a:t>Precision</a:t>
            </a:r>
            <a:endParaRPr lang="es-ES" sz="3200" dirty="0"/>
          </a:p>
          <a:p>
            <a:r>
              <a:rPr lang="es-ES" sz="3200" dirty="0"/>
              <a:t>COCOAPI</a:t>
            </a:r>
          </a:p>
          <a:p>
            <a:endParaRPr lang="es-ES" sz="3200" dirty="0"/>
          </a:p>
          <a:p>
            <a:endParaRPr lang="es-ES" sz="3200" dirty="0"/>
          </a:p>
        </p:txBody>
      </p:sp>
      <p:pic>
        <p:nvPicPr>
          <p:cNvPr id="1026" name="Picture 2" descr="ROC Curves &amp; Precision-Recall Curves for Classification | Data Science ...">
            <a:extLst>
              <a:ext uri="{FF2B5EF4-FFF2-40B4-BE49-F238E27FC236}">
                <a16:creationId xmlns:a16="http://schemas.microsoft.com/office/drawing/2014/main" id="{D94E4892-7920-BDE7-EE04-DC3CE24D44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3064" y="2440050"/>
            <a:ext cx="3751996" cy="3751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6736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8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2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36EC-28EC-EA12-5C79-CC673746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Optimización de </a:t>
            </a:r>
            <a:r>
              <a:rPr lang="es-ES" sz="1400" dirty="0" err="1"/>
              <a:t>hiperparámetros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A7C7-17EE-C72F-42D2-8BC389B4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Tasa de aprendizaje</a:t>
            </a:r>
          </a:p>
          <a:p>
            <a:r>
              <a:rPr lang="es-ES" sz="3200" dirty="0"/>
              <a:t>Tamaño del lote</a:t>
            </a:r>
          </a:p>
          <a:p>
            <a:r>
              <a:rPr lang="es-ES" sz="3200" dirty="0" err="1"/>
              <a:t>Decay</a:t>
            </a:r>
            <a:r>
              <a:rPr lang="es-ES" sz="3200" dirty="0"/>
              <a:t> de peso</a:t>
            </a:r>
          </a:p>
          <a:p>
            <a:r>
              <a:rPr lang="es-ES" sz="3200" dirty="0"/>
              <a:t>Número de épocas</a:t>
            </a:r>
          </a:p>
        </p:txBody>
      </p:sp>
    </p:spTree>
    <p:extLst>
      <p:ext uri="{BB962C8B-B14F-4D97-AF65-F5344CB8AC3E}">
        <p14:creationId xmlns:p14="http://schemas.microsoft.com/office/powerpoint/2010/main" val="856911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436EC-28EC-EA12-5C79-CC6737469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Optimización de </a:t>
            </a:r>
            <a:r>
              <a:rPr lang="es-ES" sz="1400" dirty="0" err="1"/>
              <a:t>hiperparámetros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A7C7-17EE-C72F-42D2-8BC389B4E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 err="1"/>
              <a:t>Optuna</a:t>
            </a:r>
            <a:endParaRPr lang="es-ES" sz="3200" dirty="0"/>
          </a:p>
          <a:p>
            <a:r>
              <a:rPr lang="es-ES" sz="3200" dirty="0"/>
              <a:t>Basado en pruebas anteriores</a:t>
            </a:r>
          </a:p>
          <a:p>
            <a:r>
              <a:rPr lang="es-ES" sz="3200" dirty="0"/>
              <a:t>Poda de pruebas </a:t>
            </a:r>
          </a:p>
          <a:p>
            <a:r>
              <a:rPr lang="es-ES" sz="3200" dirty="0" err="1"/>
              <a:t>RayTune</a:t>
            </a:r>
            <a:endParaRPr lang="es-ES" sz="3200" dirty="0"/>
          </a:p>
        </p:txBody>
      </p:sp>
    </p:spTree>
    <p:extLst>
      <p:ext uri="{BB962C8B-B14F-4D97-AF65-F5344CB8AC3E}">
        <p14:creationId xmlns:p14="http://schemas.microsoft.com/office/powerpoint/2010/main" val="381073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1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D3D3D3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7D14-89B4-48D1-6E02-475594C4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Preparación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1B23D-6B0F-389D-F5D3-45FC4B6F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Creación de la clase </a:t>
            </a:r>
            <a:r>
              <a:rPr lang="es-ES" sz="3200" dirty="0" err="1"/>
              <a:t>CustomDataset</a:t>
            </a:r>
            <a:endParaRPr lang="es-ES" sz="3200" dirty="0"/>
          </a:p>
          <a:p>
            <a:r>
              <a:rPr lang="es-ES" sz="3200" dirty="0" err="1"/>
              <a:t>Parsear</a:t>
            </a:r>
            <a:r>
              <a:rPr lang="es-ES" sz="3200" dirty="0"/>
              <a:t> los datos</a:t>
            </a:r>
          </a:p>
        </p:txBody>
      </p:sp>
    </p:spTree>
    <p:extLst>
      <p:ext uri="{BB962C8B-B14F-4D97-AF65-F5344CB8AC3E}">
        <p14:creationId xmlns:p14="http://schemas.microsoft.com/office/powerpoint/2010/main" val="2352353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7D14-89B4-48D1-6E02-475594C4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Entrenamiento de los modelos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1B23D-6B0F-389D-F5D3-45FC4B6F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s-ES" sz="3200" dirty="0" err="1"/>
              <a:t>Get</a:t>
            </a:r>
            <a:r>
              <a:rPr lang="es-ES" sz="3200" dirty="0"/>
              <a:t> </a:t>
            </a:r>
            <a:r>
              <a:rPr lang="es-ES" sz="3200" dirty="0" err="1"/>
              <a:t>model</a:t>
            </a:r>
            <a:endParaRPr lang="es-ES" sz="3200" dirty="0"/>
          </a:p>
          <a:p>
            <a:r>
              <a:rPr lang="es-ES" sz="3200" dirty="0"/>
              <a:t>Entrenamiento i Validación</a:t>
            </a:r>
          </a:p>
          <a:p>
            <a:r>
              <a:rPr lang="es-ES" sz="3200" dirty="0" err="1"/>
              <a:t>Stochastic</a:t>
            </a:r>
            <a:r>
              <a:rPr lang="es-ES" sz="3200" dirty="0"/>
              <a:t> </a:t>
            </a:r>
            <a:r>
              <a:rPr lang="es-ES" sz="3200" dirty="0" err="1"/>
              <a:t>Gradient</a:t>
            </a:r>
            <a:r>
              <a:rPr lang="es-ES" sz="3200" dirty="0"/>
              <a:t> </a:t>
            </a:r>
            <a:r>
              <a:rPr lang="es-ES" sz="3200" dirty="0" err="1"/>
              <a:t>Descent</a:t>
            </a:r>
            <a:endParaRPr lang="es-ES" sz="3200" dirty="0"/>
          </a:p>
          <a:p>
            <a:r>
              <a:rPr lang="es-ES" sz="3200" dirty="0"/>
              <a:t>Bucle de entrenamiento</a:t>
            </a:r>
          </a:p>
          <a:p>
            <a:r>
              <a:rPr lang="es-ES" sz="3200" dirty="0"/>
              <a:t>Validación</a:t>
            </a:r>
          </a:p>
          <a:p>
            <a:r>
              <a:rPr lang="es-ES" sz="3200" dirty="0"/>
              <a:t>Programador de tasa de aprendizaje</a:t>
            </a:r>
          </a:p>
        </p:txBody>
      </p:sp>
    </p:spTree>
    <p:extLst>
      <p:ext uri="{BB962C8B-B14F-4D97-AF65-F5344CB8AC3E}">
        <p14:creationId xmlns:p14="http://schemas.microsoft.com/office/powerpoint/2010/main" val="2507100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77D14-89B4-48D1-6E02-475594C4A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Manejo personalizado de </a:t>
            </a:r>
            <a:r>
              <a:rPr lang="es-ES" sz="1400" dirty="0" err="1"/>
              <a:t>batches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E1B23D-6B0F-389D-F5D3-45FC4B6FD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Numero variable de anotaciones</a:t>
            </a:r>
          </a:p>
          <a:p>
            <a:r>
              <a:rPr lang="es-ES" sz="3200" dirty="0"/>
              <a:t>Imágenes: [[3,224,224], [3,224,224], [3,224,224], [3,224,224]]</a:t>
            </a:r>
          </a:p>
          <a:p>
            <a:r>
              <a:rPr lang="es-ES" sz="3200" dirty="0"/>
              <a:t>[4, 3, 224, 224]</a:t>
            </a:r>
          </a:p>
        </p:txBody>
      </p:sp>
    </p:spTree>
    <p:extLst>
      <p:ext uri="{BB962C8B-B14F-4D97-AF65-F5344CB8AC3E}">
        <p14:creationId xmlns:p14="http://schemas.microsoft.com/office/powerpoint/2010/main" val="3800950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0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CCB01-4146-D4E0-9B25-A916B2D059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Creación de máscaras</a:t>
            </a:r>
          </a:p>
        </p:txBody>
      </p:sp>
      <p:pic>
        <p:nvPicPr>
          <p:cNvPr id="5" name="Content Placeholder 4" descr="A black screen with a white square&#10;&#10;Description automatically generated">
            <a:extLst>
              <a:ext uri="{FF2B5EF4-FFF2-40B4-BE49-F238E27FC236}">
                <a16:creationId xmlns:a16="http://schemas.microsoft.com/office/drawing/2014/main" id="{5FB08A9E-3214-9110-3D1E-F1C1EEA7C18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1693" y="2608561"/>
            <a:ext cx="3945432" cy="3381799"/>
          </a:xfrm>
        </p:spPr>
      </p:pic>
      <p:pic>
        <p:nvPicPr>
          <p:cNvPr id="7" name="Picture 6" descr="A close-up of a human stomach&#10;&#10;Description automatically generated">
            <a:extLst>
              <a:ext uri="{FF2B5EF4-FFF2-40B4-BE49-F238E27FC236}">
                <a16:creationId xmlns:a16="http://schemas.microsoft.com/office/drawing/2014/main" id="{80A78744-4E9D-FBF6-117F-97C91DB31A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76" y="2608562"/>
            <a:ext cx="3945433" cy="3381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790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Método del codo</a:t>
            </a:r>
          </a:p>
          <a:p>
            <a:r>
              <a:rPr lang="es-ES" sz="2400" dirty="0"/>
              <a:t>WCSS (</a:t>
            </a:r>
            <a:r>
              <a:rPr lang="es-ES" sz="2400" dirty="0" err="1"/>
              <a:t>Within</a:t>
            </a:r>
            <a:r>
              <a:rPr lang="es-ES" sz="2400" dirty="0"/>
              <a:t> </a:t>
            </a:r>
            <a:r>
              <a:rPr lang="es-ES" sz="2400" dirty="0" err="1"/>
              <a:t>cluster</a:t>
            </a:r>
            <a:r>
              <a:rPr lang="es-ES" sz="2400" dirty="0"/>
              <a:t> Sum </a:t>
            </a:r>
            <a:r>
              <a:rPr lang="es-ES" sz="2400" dirty="0" err="1"/>
              <a:t>of</a:t>
            </a:r>
            <a:r>
              <a:rPr lang="es-ES" sz="2400" dirty="0"/>
              <a:t> </a:t>
            </a:r>
            <a:r>
              <a:rPr lang="es-ES" sz="2400" dirty="0" err="1"/>
              <a:t>squares</a:t>
            </a:r>
            <a:r>
              <a:rPr lang="es-ES" sz="2400" dirty="0"/>
              <a:t>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6500E4-5783-6D1F-22A2-74B5BB2703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98" y="2121950"/>
            <a:ext cx="4581558" cy="361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6239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Análisis de silueta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8B311CC-D9E2-D41E-6068-E267F107E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2530" y="2231218"/>
            <a:ext cx="4305331" cy="34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9543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AC70FF-9420-1A39-4E17-8757B44E1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2846" y="2368826"/>
            <a:ext cx="7117961" cy="3143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432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320579-4299-87B6-13E9-62941D97E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8892" y="2779647"/>
            <a:ext cx="7291195" cy="2782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97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DC9E25-D737-3372-C845-0C5880A5E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582" y="2109870"/>
            <a:ext cx="4605371" cy="3819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46988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36328-2A32-9F62-9C71-F89007D47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Análisis del </a:t>
            </a:r>
            <a:r>
              <a:rPr lang="es-ES" sz="1400" dirty="0" err="1"/>
              <a:t>dataset</a:t>
            </a:r>
            <a:endParaRPr lang="es-ES" sz="1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F4EE4-EBEA-0297-D069-1745E10C1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18E744-97D3-FC7F-42D2-3668D799F5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2581" y="2676717"/>
            <a:ext cx="8077331" cy="3310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5786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500-9A00-6B39-8365-04ACF3B0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Resultados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3D81-0D95-513C-0F8F-6C351410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Detección de pólipos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5DCD80-DFBA-D79C-CF93-6C74E37DE1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3750" y="2464681"/>
            <a:ext cx="7007057" cy="3691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39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500-9A00-6B39-8365-04ACF3B0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Resultados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6B3ECF2-9ED3-1997-6711-EB779AA8B8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1995"/>
          <a:stretch/>
        </p:blipFill>
        <p:spPr>
          <a:xfrm>
            <a:off x="581192" y="1992792"/>
            <a:ext cx="6538065" cy="2275600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03F4E1-FC6C-67C6-AB44-F5E8DEA10CE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" r="23431"/>
          <a:stretch/>
        </p:blipFill>
        <p:spPr>
          <a:xfrm>
            <a:off x="581193" y="4268392"/>
            <a:ext cx="7597607" cy="227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6175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500-9A00-6B39-8365-04ACF3B0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Resultados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222C0A-5A49-B147-F0AA-81E2DD68C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B5563A8-0997-6EAA-4A64-CD6E71989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018" y="2619932"/>
            <a:ext cx="8801164" cy="26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1530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32500-9A00-6B39-8365-04ACF3B0BC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Resultados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B3D81-0D95-513C-0F8F-6C3514102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s-ES" sz="2800" dirty="0"/>
              <a:t>Real A</a:t>
            </a:r>
          </a:p>
          <a:p>
            <a:r>
              <a:rPr lang="es-ES" sz="2800" dirty="0" err="1"/>
              <a:t>Fake</a:t>
            </a:r>
            <a:r>
              <a:rPr lang="es-ES" sz="2800" dirty="0"/>
              <a:t> B</a:t>
            </a:r>
          </a:p>
          <a:p>
            <a:r>
              <a:rPr lang="es-ES" sz="2800" dirty="0" err="1"/>
              <a:t>Rec</a:t>
            </a:r>
            <a:r>
              <a:rPr lang="es-ES" sz="2800" dirty="0"/>
              <a:t> A</a:t>
            </a:r>
          </a:p>
          <a:p>
            <a:endParaRPr lang="es-ES" sz="2800" dirty="0"/>
          </a:p>
          <a:p>
            <a:r>
              <a:rPr lang="es-ES" sz="2800" dirty="0"/>
              <a:t>Real B</a:t>
            </a:r>
          </a:p>
          <a:p>
            <a:r>
              <a:rPr lang="es-ES" sz="2800" dirty="0" err="1"/>
              <a:t>Fake</a:t>
            </a:r>
            <a:r>
              <a:rPr lang="es-ES" sz="2800" dirty="0"/>
              <a:t> A</a:t>
            </a:r>
          </a:p>
          <a:p>
            <a:r>
              <a:rPr lang="es-ES" sz="2800" dirty="0" err="1"/>
              <a:t>Rec</a:t>
            </a:r>
            <a:r>
              <a:rPr lang="es-ES" sz="2800" dirty="0"/>
              <a:t> 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F92E6F9-530F-9BEE-D9A3-31ACD2BC7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9775" y="3184652"/>
            <a:ext cx="7801032" cy="1914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1042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0" dur="indefinite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36" dur="indefinite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40" dur="indefinite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21AD-6DB7-3E42-DCDE-F770B23F8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Conclusiones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AB67F-7DAE-648F-00B6-38083D9C65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Resultados del proyecto</a:t>
            </a:r>
          </a:p>
          <a:p>
            <a:r>
              <a:rPr lang="es-ES" sz="3200" dirty="0"/>
              <a:t>Limitaciones del proyecto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B6939F-D1B9-AC26-3468-C58CDD3022E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93742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6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AD431-DE83-F9FF-88D4-CB05441D4E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1400" dirty="0"/>
              <a:t>Trabajo futuro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ED7C7-2389-5E49-AABE-58B09251D5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s-ES" sz="3200" dirty="0"/>
              <a:t>Hacer funcionar SPADE</a:t>
            </a:r>
          </a:p>
          <a:p>
            <a:r>
              <a:rPr lang="es-ES" sz="3200" dirty="0"/>
              <a:t>Generador de máscaras</a:t>
            </a:r>
          </a:p>
          <a:p>
            <a:r>
              <a:rPr lang="es-ES" sz="3200" dirty="0"/>
              <a:t>Optimizar con más </a:t>
            </a:r>
            <a:r>
              <a:rPr lang="es-ES" sz="3200" dirty="0" err="1"/>
              <a:t>hiperparámetros</a:t>
            </a:r>
            <a:endParaRPr lang="es-ES" sz="3200" dirty="0"/>
          </a:p>
          <a:p>
            <a:r>
              <a:rPr lang="es-ES" sz="3200" dirty="0"/>
              <a:t>Interfaz gráfica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72664A-32D0-8E24-BFB7-65906292DA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004994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2" dur="indefinite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18" dur="indefinite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4" dur="indefinite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1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8" dur="indefinite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folHlink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ES" dirty="0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s-ES" dirty="0"/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 dirty="0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s-ES" sz="1050" dirty="0">
                <a:solidFill>
                  <a:schemeClr val="bg2"/>
                </a:solidFill>
              </a:rPr>
              <a:t>Pol.casacuberta@estudiantat.upc.edu</a:t>
            </a:r>
          </a:p>
          <a:p>
            <a:pPr rtl="0"/>
            <a:endParaRPr lang="es-ES" sz="1050" dirty="0">
              <a:solidFill>
                <a:schemeClr val="bg2"/>
              </a:solidFill>
            </a:endParaRPr>
          </a:p>
          <a:p>
            <a:pPr rtl="0"/>
            <a:endParaRPr lang="es-ES" sz="1050" dirty="0">
              <a:solidFill>
                <a:schemeClr val="bg2"/>
              </a:solidFill>
            </a:endParaRP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1209669_TF56390039_Win32" id="{FCB14B3E-2B92-48B8-A334-05E7A8EE34E1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{41A9C6D2-7C1A-4EAF-B959-FC9357952560}tf56390039_win32</Template>
  <TotalTime>5792</TotalTime>
  <Words>294</Words>
  <Application>Microsoft Office PowerPoint</Application>
  <PresentationFormat>Widescreen</PresentationFormat>
  <Paragraphs>105</Paragraphs>
  <Slides>29</Slides>
  <Notes>7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3" baseType="lpstr">
      <vt:lpstr>Calibri</vt:lpstr>
      <vt:lpstr>Gill Sans MT</vt:lpstr>
      <vt:lpstr>Wingdings 2</vt:lpstr>
      <vt:lpstr>Personalizado</vt:lpstr>
      <vt:lpstr>GENERACIÓN DE DATOS ARTIFICIALES PARA MODELOS DE APRENDIZAJE PROFUNDO EN IMAGEN MÉDICA</vt:lpstr>
      <vt:lpstr>Índice</vt:lpstr>
      <vt:lpstr>Contexto</vt:lpstr>
      <vt:lpstr>Objetivos</vt:lpstr>
      <vt:lpstr>Contexto</vt:lpstr>
      <vt:lpstr>CycleGAN</vt:lpstr>
      <vt:lpstr>Red de detección de objetos</vt:lpstr>
      <vt:lpstr>Red de detección de objetos</vt:lpstr>
      <vt:lpstr>Red de detección de objetos</vt:lpstr>
      <vt:lpstr>Métricas de evaluación</vt:lpstr>
      <vt:lpstr>Optimización de hiperparámetros</vt:lpstr>
      <vt:lpstr>Optimización de hiperparámetros</vt:lpstr>
      <vt:lpstr>Preparación del dataset</vt:lpstr>
      <vt:lpstr>Entrenamiento de los modelos</vt:lpstr>
      <vt:lpstr>Manejo personalizado de batches</vt:lpstr>
      <vt:lpstr>Creación de máscaras</vt:lpstr>
      <vt:lpstr>Análisis del dataset</vt:lpstr>
      <vt:lpstr>Análisis del dataset</vt:lpstr>
      <vt:lpstr>Análisis del dataset</vt:lpstr>
      <vt:lpstr>Análisis del dataset</vt:lpstr>
      <vt:lpstr>Análisis del dataset</vt:lpstr>
      <vt:lpstr>Análisis del dataset</vt:lpstr>
      <vt:lpstr>Resultados</vt:lpstr>
      <vt:lpstr>Resultados</vt:lpstr>
      <vt:lpstr>Resultados</vt:lpstr>
      <vt:lpstr>Resultados</vt:lpstr>
      <vt:lpstr>Conclusiones</vt:lpstr>
      <vt:lpstr>Trabajo futuro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tecnológico</dc:title>
  <dc:creator>Pol Casacuberta Gil</dc:creator>
  <cp:lastModifiedBy>Pol Casacuberta Gil</cp:lastModifiedBy>
  <cp:revision>1</cp:revision>
  <dcterms:created xsi:type="dcterms:W3CDTF">2024-01-05T15:37:14Z</dcterms:created>
  <dcterms:modified xsi:type="dcterms:W3CDTF">2024-01-24T16:30:42Z</dcterms:modified>
</cp:coreProperties>
</file>